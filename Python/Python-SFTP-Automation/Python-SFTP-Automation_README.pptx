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3FC8B-B514-4508-9977-8B2388066B85}" v="14" dt="2026-03-23T02:09:49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재훈" userId="a1bc6d4c-743c-4710-b1ab-17f4e2b7e614" providerId="ADAL" clId="{021D756F-7570-4BB1-A8F7-DB81FB520B2C}"/>
    <pc:docChg chg="addSld delSld modSld">
      <pc:chgData name="정재훈" userId="a1bc6d4c-743c-4710-b1ab-17f4e2b7e614" providerId="ADAL" clId="{021D756F-7570-4BB1-A8F7-DB81FB520B2C}" dt="2026-03-23T02:10:22.780" v="76" actId="207"/>
      <pc:docMkLst>
        <pc:docMk/>
      </pc:docMkLst>
      <pc:sldChg chg="addSp modSp new mod">
        <pc:chgData name="정재훈" userId="a1bc6d4c-743c-4710-b1ab-17f4e2b7e614" providerId="ADAL" clId="{021D756F-7570-4BB1-A8F7-DB81FB520B2C}" dt="2026-03-23T02:08:06.299" v="34" actId="207"/>
        <pc:sldMkLst>
          <pc:docMk/>
          <pc:sldMk cId="706909180" sldId="263"/>
        </pc:sldMkLst>
        <pc:spChg chg="add mod">
          <ac:chgData name="정재훈" userId="a1bc6d4c-743c-4710-b1ab-17f4e2b7e614" providerId="ADAL" clId="{021D756F-7570-4BB1-A8F7-DB81FB520B2C}" dt="2026-03-23T02:00:11.424" v="1"/>
          <ac:spMkLst>
            <pc:docMk/>
            <pc:sldMk cId="706909180" sldId="263"/>
            <ac:spMk id="3" creationId="{32F81A65-4E7F-D122-5436-B18FEE00907D}"/>
          </ac:spMkLst>
        </pc:spChg>
        <pc:spChg chg="add mod">
          <ac:chgData name="정재훈" userId="a1bc6d4c-743c-4710-b1ab-17f4e2b7e614" providerId="ADAL" clId="{021D756F-7570-4BB1-A8F7-DB81FB520B2C}" dt="2026-03-23T02:00:11.424" v="1"/>
          <ac:spMkLst>
            <pc:docMk/>
            <pc:sldMk cId="706909180" sldId="263"/>
            <ac:spMk id="4" creationId="{444FA2D9-F11E-A308-4553-DF22BBC42477}"/>
          </ac:spMkLst>
        </pc:spChg>
        <pc:spChg chg="add mod">
          <ac:chgData name="정재훈" userId="a1bc6d4c-743c-4710-b1ab-17f4e2b7e614" providerId="ADAL" clId="{021D756F-7570-4BB1-A8F7-DB81FB520B2C}" dt="2026-03-23T02:00:11.424" v="1"/>
          <ac:spMkLst>
            <pc:docMk/>
            <pc:sldMk cId="706909180" sldId="263"/>
            <ac:spMk id="5" creationId="{40320D53-07E6-CF51-3DF0-CFF871C112BA}"/>
          </ac:spMkLst>
        </pc:spChg>
        <pc:spChg chg="add mod">
          <ac:chgData name="정재훈" userId="a1bc6d4c-743c-4710-b1ab-17f4e2b7e614" providerId="ADAL" clId="{021D756F-7570-4BB1-A8F7-DB81FB520B2C}" dt="2026-03-23T02:00:11.424" v="1"/>
          <ac:spMkLst>
            <pc:docMk/>
            <pc:sldMk cId="706909180" sldId="263"/>
            <ac:spMk id="6" creationId="{3FBC3F6E-34CE-8C44-C7F3-F620233178A3}"/>
          </ac:spMkLst>
        </pc:spChg>
        <pc:spChg chg="add mod">
          <ac:chgData name="정재훈" userId="a1bc6d4c-743c-4710-b1ab-17f4e2b7e614" providerId="ADAL" clId="{021D756F-7570-4BB1-A8F7-DB81FB520B2C}" dt="2026-03-23T02:00:11.424" v="1"/>
          <ac:spMkLst>
            <pc:docMk/>
            <pc:sldMk cId="706909180" sldId="263"/>
            <ac:spMk id="7" creationId="{E12FBB13-6903-5B9A-756D-8901FC33CF4E}"/>
          </ac:spMkLst>
        </pc:spChg>
        <pc:spChg chg="add mod">
          <ac:chgData name="정재훈" userId="a1bc6d4c-743c-4710-b1ab-17f4e2b7e614" providerId="ADAL" clId="{021D756F-7570-4BB1-A8F7-DB81FB520B2C}" dt="2026-03-23T02:00:11.424" v="1"/>
          <ac:spMkLst>
            <pc:docMk/>
            <pc:sldMk cId="706909180" sldId="263"/>
            <ac:spMk id="8" creationId="{4A3C3516-29FF-5ED7-8773-6CE7B9E0C49E}"/>
          </ac:spMkLst>
        </pc:spChg>
        <pc:spChg chg="add mod">
          <ac:chgData name="정재훈" userId="a1bc6d4c-743c-4710-b1ab-17f4e2b7e614" providerId="ADAL" clId="{021D756F-7570-4BB1-A8F7-DB81FB520B2C}" dt="2026-03-23T02:08:06.299" v="34" actId="207"/>
          <ac:spMkLst>
            <pc:docMk/>
            <pc:sldMk cId="706909180" sldId="263"/>
            <ac:spMk id="9" creationId="{EAD6B166-0650-50E8-DD5E-148872E9ED7D}"/>
          </ac:spMkLst>
        </pc:spChg>
        <pc:picChg chg="add mod">
          <ac:chgData name="정재훈" userId="a1bc6d4c-743c-4710-b1ab-17f4e2b7e614" providerId="ADAL" clId="{021D756F-7570-4BB1-A8F7-DB81FB520B2C}" dt="2026-03-23T02:00:11.424" v="1"/>
          <ac:picMkLst>
            <pc:docMk/>
            <pc:sldMk cId="706909180" sldId="263"/>
            <ac:picMk id="2" creationId="{0309E531-677A-F406-F759-1D4CDF1D6F85}"/>
          </ac:picMkLst>
        </pc:picChg>
      </pc:sldChg>
      <pc:sldChg chg="addSp modSp new mod">
        <pc:chgData name="정재훈" userId="a1bc6d4c-743c-4710-b1ab-17f4e2b7e614" providerId="ADAL" clId="{021D756F-7570-4BB1-A8F7-DB81FB520B2C}" dt="2026-03-23T02:08:23.059" v="39" actId="207"/>
        <pc:sldMkLst>
          <pc:docMk/>
          <pc:sldMk cId="889655372" sldId="264"/>
        </pc:sldMkLst>
        <pc:spChg chg="add mod">
          <ac:chgData name="정재훈" userId="a1bc6d4c-743c-4710-b1ab-17f4e2b7e614" providerId="ADAL" clId="{021D756F-7570-4BB1-A8F7-DB81FB520B2C}" dt="2026-03-23T02:00:27.122" v="3"/>
          <ac:spMkLst>
            <pc:docMk/>
            <pc:sldMk cId="889655372" sldId="264"/>
            <ac:spMk id="2" creationId="{24A52B83-1175-A081-CD25-5B2D0E495E36}"/>
          </ac:spMkLst>
        </pc:spChg>
        <pc:spChg chg="add mod">
          <ac:chgData name="정재훈" userId="a1bc6d4c-743c-4710-b1ab-17f4e2b7e614" providerId="ADAL" clId="{021D756F-7570-4BB1-A8F7-DB81FB520B2C}" dt="2026-03-23T02:00:27.122" v="3"/>
          <ac:spMkLst>
            <pc:docMk/>
            <pc:sldMk cId="889655372" sldId="264"/>
            <ac:spMk id="4" creationId="{E2A22FBB-6EC9-DF49-61E5-8B81876B70C8}"/>
          </ac:spMkLst>
        </pc:spChg>
        <pc:spChg chg="add mod">
          <ac:chgData name="정재훈" userId="a1bc6d4c-743c-4710-b1ab-17f4e2b7e614" providerId="ADAL" clId="{021D756F-7570-4BB1-A8F7-DB81FB520B2C}" dt="2026-03-23T02:00:27.122" v="3"/>
          <ac:spMkLst>
            <pc:docMk/>
            <pc:sldMk cId="889655372" sldId="264"/>
            <ac:spMk id="5" creationId="{A7C268AC-458A-8FE0-5050-350BA0EEC9F1}"/>
          </ac:spMkLst>
        </pc:spChg>
        <pc:spChg chg="add mod">
          <ac:chgData name="정재훈" userId="a1bc6d4c-743c-4710-b1ab-17f4e2b7e614" providerId="ADAL" clId="{021D756F-7570-4BB1-A8F7-DB81FB520B2C}" dt="2026-03-23T02:00:27.122" v="3"/>
          <ac:spMkLst>
            <pc:docMk/>
            <pc:sldMk cId="889655372" sldId="264"/>
            <ac:spMk id="6" creationId="{223CEB55-86E4-28F4-1EA8-68FFDAA3C481}"/>
          </ac:spMkLst>
        </pc:spChg>
        <pc:spChg chg="add mod">
          <ac:chgData name="정재훈" userId="a1bc6d4c-743c-4710-b1ab-17f4e2b7e614" providerId="ADAL" clId="{021D756F-7570-4BB1-A8F7-DB81FB520B2C}" dt="2026-03-23T02:00:27.122" v="3"/>
          <ac:spMkLst>
            <pc:docMk/>
            <pc:sldMk cId="889655372" sldId="264"/>
            <ac:spMk id="7" creationId="{A948DA58-F3B5-90D2-31DC-3FA152588BF7}"/>
          </ac:spMkLst>
        </pc:spChg>
        <pc:spChg chg="add mod">
          <ac:chgData name="정재훈" userId="a1bc6d4c-743c-4710-b1ab-17f4e2b7e614" providerId="ADAL" clId="{021D756F-7570-4BB1-A8F7-DB81FB520B2C}" dt="2026-03-23T02:00:27.122" v="3"/>
          <ac:spMkLst>
            <pc:docMk/>
            <pc:sldMk cId="889655372" sldId="264"/>
            <ac:spMk id="8" creationId="{5A69BC7C-CE37-998D-548C-6CAFE9FDB991}"/>
          </ac:spMkLst>
        </pc:spChg>
        <pc:spChg chg="add mod">
          <ac:chgData name="정재훈" userId="a1bc6d4c-743c-4710-b1ab-17f4e2b7e614" providerId="ADAL" clId="{021D756F-7570-4BB1-A8F7-DB81FB520B2C}" dt="2026-03-23T02:08:23.059" v="39" actId="207"/>
          <ac:spMkLst>
            <pc:docMk/>
            <pc:sldMk cId="889655372" sldId="264"/>
            <ac:spMk id="9" creationId="{98CF6054-2450-0720-1483-EF16BF9DA1F2}"/>
          </ac:spMkLst>
        </pc:spChg>
        <pc:picChg chg="add mod">
          <ac:chgData name="정재훈" userId="a1bc6d4c-743c-4710-b1ab-17f4e2b7e614" providerId="ADAL" clId="{021D756F-7570-4BB1-A8F7-DB81FB520B2C}" dt="2026-03-23T02:00:27.122" v="3"/>
          <ac:picMkLst>
            <pc:docMk/>
            <pc:sldMk cId="889655372" sldId="264"/>
            <ac:picMk id="3" creationId="{2C22F408-6B6F-1F3D-7A73-A825A54E481A}"/>
          </ac:picMkLst>
        </pc:picChg>
      </pc:sldChg>
      <pc:sldChg chg="addSp modSp new mod">
        <pc:chgData name="정재훈" userId="a1bc6d4c-743c-4710-b1ab-17f4e2b7e614" providerId="ADAL" clId="{021D756F-7570-4BB1-A8F7-DB81FB520B2C}" dt="2026-03-23T02:08:56.887" v="53" actId="207"/>
        <pc:sldMkLst>
          <pc:docMk/>
          <pc:sldMk cId="581662681" sldId="265"/>
        </pc:sldMkLst>
        <pc:spChg chg="add mod">
          <ac:chgData name="정재훈" userId="a1bc6d4c-743c-4710-b1ab-17f4e2b7e614" providerId="ADAL" clId="{021D756F-7570-4BB1-A8F7-DB81FB520B2C}" dt="2026-03-23T02:00:42.162" v="5"/>
          <ac:spMkLst>
            <pc:docMk/>
            <pc:sldMk cId="581662681" sldId="265"/>
            <ac:spMk id="2" creationId="{1B97B05E-E521-688F-AC10-59B4824E4462}"/>
          </ac:spMkLst>
        </pc:spChg>
        <pc:spChg chg="add mod">
          <ac:chgData name="정재훈" userId="a1bc6d4c-743c-4710-b1ab-17f4e2b7e614" providerId="ADAL" clId="{021D756F-7570-4BB1-A8F7-DB81FB520B2C}" dt="2026-03-23T02:00:42.162" v="5"/>
          <ac:spMkLst>
            <pc:docMk/>
            <pc:sldMk cId="581662681" sldId="265"/>
            <ac:spMk id="4" creationId="{23CFC4B3-D07E-9C10-F076-9F42C45509DE}"/>
          </ac:spMkLst>
        </pc:spChg>
        <pc:spChg chg="add mod">
          <ac:chgData name="정재훈" userId="a1bc6d4c-743c-4710-b1ab-17f4e2b7e614" providerId="ADAL" clId="{021D756F-7570-4BB1-A8F7-DB81FB520B2C}" dt="2026-03-23T02:00:42.162" v="5"/>
          <ac:spMkLst>
            <pc:docMk/>
            <pc:sldMk cId="581662681" sldId="265"/>
            <ac:spMk id="5" creationId="{3DE14947-1F5E-0202-84C5-2A07CE38CF8B}"/>
          </ac:spMkLst>
        </pc:spChg>
        <pc:spChg chg="add mod">
          <ac:chgData name="정재훈" userId="a1bc6d4c-743c-4710-b1ab-17f4e2b7e614" providerId="ADAL" clId="{021D756F-7570-4BB1-A8F7-DB81FB520B2C}" dt="2026-03-23T02:00:42.162" v="5"/>
          <ac:spMkLst>
            <pc:docMk/>
            <pc:sldMk cId="581662681" sldId="265"/>
            <ac:spMk id="6" creationId="{C40C41AE-7B0A-AA37-678B-8A0B6BB27098}"/>
          </ac:spMkLst>
        </pc:spChg>
        <pc:spChg chg="add mod">
          <ac:chgData name="정재훈" userId="a1bc6d4c-743c-4710-b1ab-17f4e2b7e614" providerId="ADAL" clId="{021D756F-7570-4BB1-A8F7-DB81FB520B2C}" dt="2026-03-23T02:00:42.162" v="5"/>
          <ac:spMkLst>
            <pc:docMk/>
            <pc:sldMk cId="581662681" sldId="265"/>
            <ac:spMk id="7" creationId="{957E03A2-36F7-81BF-211D-1C3DE716C18B}"/>
          </ac:spMkLst>
        </pc:spChg>
        <pc:spChg chg="add mod">
          <ac:chgData name="정재훈" userId="a1bc6d4c-743c-4710-b1ab-17f4e2b7e614" providerId="ADAL" clId="{021D756F-7570-4BB1-A8F7-DB81FB520B2C}" dt="2026-03-23T02:00:42.162" v="5"/>
          <ac:spMkLst>
            <pc:docMk/>
            <pc:sldMk cId="581662681" sldId="265"/>
            <ac:spMk id="8" creationId="{638C8261-6E7A-17B4-92B7-B3F373D1CEC8}"/>
          </ac:spMkLst>
        </pc:spChg>
        <pc:spChg chg="add mod">
          <ac:chgData name="정재훈" userId="a1bc6d4c-743c-4710-b1ab-17f4e2b7e614" providerId="ADAL" clId="{021D756F-7570-4BB1-A8F7-DB81FB520B2C}" dt="2026-03-23T02:08:56.887" v="53" actId="207"/>
          <ac:spMkLst>
            <pc:docMk/>
            <pc:sldMk cId="581662681" sldId="265"/>
            <ac:spMk id="9" creationId="{AC9B5665-A04A-F68A-347D-F5DC0FD32B08}"/>
          </ac:spMkLst>
        </pc:spChg>
        <pc:picChg chg="add mod">
          <ac:chgData name="정재훈" userId="a1bc6d4c-743c-4710-b1ab-17f4e2b7e614" providerId="ADAL" clId="{021D756F-7570-4BB1-A8F7-DB81FB520B2C}" dt="2026-03-23T02:00:42.162" v="5"/>
          <ac:picMkLst>
            <pc:docMk/>
            <pc:sldMk cId="581662681" sldId="265"/>
            <ac:picMk id="3" creationId="{74C088E1-8E6D-002B-B3F0-440844677026}"/>
          </ac:picMkLst>
        </pc:picChg>
      </pc:sldChg>
      <pc:sldChg chg="addSp modSp new mod">
        <pc:chgData name="정재훈" userId="a1bc6d4c-743c-4710-b1ab-17f4e2b7e614" providerId="ADAL" clId="{021D756F-7570-4BB1-A8F7-DB81FB520B2C}" dt="2026-03-23T02:09:17.532" v="61" actId="208"/>
        <pc:sldMkLst>
          <pc:docMk/>
          <pc:sldMk cId="207830852" sldId="266"/>
        </pc:sldMkLst>
        <pc:spChg chg="add mod">
          <ac:chgData name="정재훈" userId="a1bc6d4c-743c-4710-b1ab-17f4e2b7e614" providerId="ADAL" clId="{021D756F-7570-4BB1-A8F7-DB81FB520B2C}" dt="2026-03-23T02:00:55.273" v="7"/>
          <ac:spMkLst>
            <pc:docMk/>
            <pc:sldMk cId="207830852" sldId="266"/>
            <ac:spMk id="2" creationId="{33E50BF3-E675-FD9D-ED37-B4B54D165C89}"/>
          </ac:spMkLst>
        </pc:spChg>
        <pc:spChg chg="add mod">
          <ac:chgData name="정재훈" userId="a1bc6d4c-743c-4710-b1ab-17f4e2b7e614" providerId="ADAL" clId="{021D756F-7570-4BB1-A8F7-DB81FB520B2C}" dt="2026-03-23T02:00:55.273" v="7"/>
          <ac:spMkLst>
            <pc:docMk/>
            <pc:sldMk cId="207830852" sldId="266"/>
            <ac:spMk id="4" creationId="{2B53B849-1886-1EC2-FA05-4FFCEB27D4F5}"/>
          </ac:spMkLst>
        </pc:spChg>
        <pc:spChg chg="add mod">
          <ac:chgData name="정재훈" userId="a1bc6d4c-743c-4710-b1ab-17f4e2b7e614" providerId="ADAL" clId="{021D756F-7570-4BB1-A8F7-DB81FB520B2C}" dt="2026-03-23T02:00:55.273" v="7"/>
          <ac:spMkLst>
            <pc:docMk/>
            <pc:sldMk cId="207830852" sldId="266"/>
            <ac:spMk id="5" creationId="{FF6E6597-5F30-B742-4F7E-997EDDB32A5D}"/>
          </ac:spMkLst>
        </pc:spChg>
        <pc:spChg chg="add mod">
          <ac:chgData name="정재훈" userId="a1bc6d4c-743c-4710-b1ab-17f4e2b7e614" providerId="ADAL" clId="{021D756F-7570-4BB1-A8F7-DB81FB520B2C}" dt="2026-03-23T02:00:55.273" v="7"/>
          <ac:spMkLst>
            <pc:docMk/>
            <pc:sldMk cId="207830852" sldId="266"/>
            <ac:spMk id="6" creationId="{FDADDE31-1C03-CB17-C186-E0B3812E14AB}"/>
          </ac:spMkLst>
        </pc:spChg>
        <pc:spChg chg="add mod">
          <ac:chgData name="정재훈" userId="a1bc6d4c-743c-4710-b1ab-17f4e2b7e614" providerId="ADAL" clId="{021D756F-7570-4BB1-A8F7-DB81FB520B2C}" dt="2026-03-23T02:09:17.532" v="61" actId="208"/>
          <ac:spMkLst>
            <pc:docMk/>
            <pc:sldMk cId="207830852" sldId="266"/>
            <ac:spMk id="7" creationId="{568BA3F1-058B-F5F2-F62C-3B152DDF7A14}"/>
          </ac:spMkLst>
        </pc:spChg>
        <pc:picChg chg="add mod">
          <ac:chgData name="정재훈" userId="a1bc6d4c-743c-4710-b1ab-17f4e2b7e614" providerId="ADAL" clId="{021D756F-7570-4BB1-A8F7-DB81FB520B2C}" dt="2026-03-23T02:00:55.273" v="7"/>
          <ac:picMkLst>
            <pc:docMk/>
            <pc:sldMk cId="207830852" sldId="266"/>
            <ac:picMk id="3" creationId="{88ABF605-1B91-2AD3-7292-6A3ACF83EBDD}"/>
          </ac:picMkLst>
        </pc:picChg>
      </pc:sldChg>
      <pc:sldChg chg="addSp modSp new">
        <pc:chgData name="정재훈" userId="a1bc6d4c-743c-4710-b1ab-17f4e2b7e614" providerId="ADAL" clId="{021D756F-7570-4BB1-A8F7-DB81FB520B2C}" dt="2026-03-23T02:01:19.020" v="9"/>
        <pc:sldMkLst>
          <pc:docMk/>
          <pc:sldMk cId="2026545565" sldId="267"/>
        </pc:sldMkLst>
        <pc:spChg chg="add 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2" creationId="{1F072A12-142E-CC4A-1551-C596BD4CFF2E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4" creationId="{27500D4B-C082-5046-7415-5ACE7BB20D28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6" creationId="{DBB4AC54-01DD-24CF-84E8-F3560BF541AD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7" creationId="{13D61441-ADE8-5359-1F84-9F447D40A4AC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18" creationId="{1A8CFA47-5250-2CD8-B6E9-FA04444A3BA3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20" creationId="{A4DC383C-9C65-BA32-3289-1A4F6551A670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23" creationId="{B61CAF36-532A-F4A0-A3EC-B29061ABCAB4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32" creationId="{00D41115-002B-1238-6B71-4F009F26CCCE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33" creationId="{F2D755F5-46EE-0FBF-33EB-71EB0013F5A2}"/>
          </ac:spMkLst>
        </pc:spChg>
        <pc:spChg chg="mod">
          <ac:chgData name="정재훈" userId="a1bc6d4c-743c-4710-b1ab-17f4e2b7e614" providerId="ADAL" clId="{021D756F-7570-4BB1-A8F7-DB81FB520B2C}" dt="2026-03-23T02:01:19.020" v="9"/>
          <ac:spMkLst>
            <pc:docMk/>
            <pc:sldMk cId="2026545565" sldId="267"/>
            <ac:spMk id="35" creationId="{EDC61FCA-0EA1-7F70-D757-F023259F7F35}"/>
          </ac:spMkLst>
        </pc:spChg>
      </pc:sldChg>
      <pc:sldChg chg="addSp modSp new">
        <pc:chgData name="정재훈" userId="a1bc6d4c-743c-4710-b1ab-17f4e2b7e614" providerId="ADAL" clId="{021D756F-7570-4BB1-A8F7-DB81FB520B2C}" dt="2026-03-23T02:02:10.968" v="11"/>
        <pc:sldMkLst>
          <pc:docMk/>
          <pc:sldMk cId="2387045582" sldId="268"/>
        </pc:sldMkLst>
        <pc:spChg chg="add mod">
          <ac:chgData name="정재훈" userId="a1bc6d4c-743c-4710-b1ab-17f4e2b7e614" providerId="ADAL" clId="{021D756F-7570-4BB1-A8F7-DB81FB520B2C}" dt="2026-03-23T02:02:10.968" v="11"/>
          <ac:spMkLst>
            <pc:docMk/>
            <pc:sldMk cId="2387045582" sldId="268"/>
            <ac:spMk id="2" creationId="{D296A18A-FF27-702F-2AF5-F8F63A6D43DE}"/>
          </ac:spMkLst>
        </pc:spChg>
        <pc:spChg chg="add mod">
          <ac:chgData name="정재훈" userId="a1bc6d4c-743c-4710-b1ab-17f4e2b7e614" providerId="ADAL" clId="{021D756F-7570-4BB1-A8F7-DB81FB520B2C}" dt="2026-03-23T02:02:10.968" v="11"/>
          <ac:spMkLst>
            <pc:docMk/>
            <pc:sldMk cId="2387045582" sldId="268"/>
            <ac:spMk id="3" creationId="{2F05705B-4758-E4ED-2E7F-50A63D8AC33B}"/>
          </ac:spMkLst>
        </pc:spChg>
        <pc:spChg chg="add mod">
          <ac:chgData name="정재훈" userId="a1bc6d4c-743c-4710-b1ab-17f4e2b7e614" providerId="ADAL" clId="{021D756F-7570-4BB1-A8F7-DB81FB520B2C}" dt="2026-03-23T02:02:10.968" v="11"/>
          <ac:spMkLst>
            <pc:docMk/>
            <pc:sldMk cId="2387045582" sldId="268"/>
            <ac:spMk id="5" creationId="{F7C74468-5486-A192-85D9-26CD19ABB51C}"/>
          </ac:spMkLst>
        </pc:spChg>
        <pc:picChg chg="add mod">
          <ac:chgData name="정재훈" userId="a1bc6d4c-743c-4710-b1ab-17f4e2b7e614" providerId="ADAL" clId="{021D756F-7570-4BB1-A8F7-DB81FB520B2C}" dt="2026-03-23T02:02:10.968" v="11"/>
          <ac:picMkLst>
            <pc:docMk/>
            <pc:sldMk cId="2387045582" sldId="268"/>
            <ac:picMk id="4" creationId="{A06C433F-CA99-66A3-2E2B-A026C4FBBD08}"/>
          </ac:picMkLst>
        </pc:picChg>
      </pc:sldChg>
      <pc:sldChg chg="addSp modSp new mod">
        <pc:chgData name="정재훈" userId="a1bc6d4c-743c-4710-b1ab-17f4e2b7e614" providerId="ADAL" clId="{021D756F-7570-4BB1-A8F7-DB81FB520B2C}" dt="2026-03-23T02:09:57.147" v="71" actId="1076"/>
        <pc:sldMkLst>
          <pc:docMk/>
          <pc:sldMk cId="3062348149" sldId="269"/>
        </pc:sldMkLst>
        <pc:spChg chg="add mod">
          <ac:chgData name="정재훈" userId="a1bc6d4c-743c-4710-b1ab-17f4e2b7e614" providerId="ADAL" clId="{021D756F-7570-4BB1-A8F7-DB81FB520B2C}" dt="2026-03-23T02:02:19.982" v="13"/>
          <ac:spMkLst>
            <pc:docMk/>
            <pc:sldMk cId="3062348149" sldId="269"/>
            <ac:spMk id="2" creationId="{3E02677C-046C-9287-EEEA-4F6CE4B5307B}"/>
          </ac:spMkLst>
        </pc:spChg>
        <pc:spChg chg="add mod">
          <ac:chgData name="정재훈" userId="a1bc6d4c-743c-4710-b1ab-17f4e2b7e614" providerId="ADAL" clId="{021D756F-7570-4BB1-A8F7-DB81FB520B2C}" dt="2026-03-23T02:02:19.982" v="13"/>
          <ac:spMkLst>
            <pc:docMk/>
            <pc:sldMk cId="3062348149" sldId="269"/>
            <ac:spMk id="4" creationId="{C3919B88-8C02-8E68-4E26-DBF6EF893F4E}"/>
          </ac:spMkLst>
        </pc:spChg>
        <pc:spChg chg="add mod">
          <ac:chgData name="정재훈" userId="a1bc6d4c-743c-4710-b1ab-17f4e2b7e614" providerId="ADAL" clId="{021D756F-7570-4BB1-A8F7-DB81FB520B2C}" dt="2026-03-23T02:02:19.982" v="13"/>
          <ac:spMkLst>
            <pc:docMk/>
            <pc:sldMk cId="3062348149" sldId="269"/>
            <ac:spMk id="5" creationId="{28537E3C-FF66-7B90-45E8-71C008D0F24D}"/>
          </ac:spMkLst>
        </pc:spChg>
        <pc:spChg chg="add mod">
          <ac:chgData name="정재훈" userId="a1bc6d4c-743c-4710-b1ab-17f4e2b7e614" providerId="ADAL" clId="{021D756F-7570-4BB1-A8F7-DB81FB520B2C}" dt="2026-03-23T02:09:45.432" v="67" actId="207"/>
          <ac:spMkLst>
            <pc:docMk/>
            <pc:sldMk cId="3062348149" sldId="269"/>
            <ac:spMk id="6" creationId="{5A2D7981-C340-1EB1-3432-BA41F340BDFA}"/>
          </ac:spMkLst>
        </pc:spChg>
        <pc:spChg chg="add mod">
          <ac:chgData name="정재훈" userId="a1bc6d4c-743c-4710-b1ab-17f4e2b7e614" providerId="ADAL" clId="{021D756F-7570-4BB1-A8F7-DB81FB520B2C}" dt="2026-03-23T02:09:57.147" v="71" actId="1076"/>
          <ac:spMkLst>
            <pc:docMk/>
            <pc:sldMk cId="3062348149" sldId="269"/>
            <ac:spMk id="7" creationId="{C89A4F7E-13F3-09C9-14D0-054F3871F52A}"/>
          </ac:spMkLst>
        </pc:spChg>
        <pc:picChg chg="add mod">
          <ac:chgData name="정재훈" userId="a1bc6d4c-743c-4710-b1ab-17f4e2b7e614" providerId="ADAL" clId="{021D756F-7570-4BB1-A8F7-DB81FB520B2C}" dt="2026-03-23T02:02:19.982" v="13"/>
          <ac:picMkLst>
            <pc:docMk/>
            <pc:sldMk cId="3062348149" sldId="269"/>
            <ac:picMk id="3" creationId="{91B81DCC-A6F3-399C-DD67-BC450831E265}"/>
          </ac:picMkLst>
        </pc:picChg>
      </pc:sldChg>
      <pc:sldChg chg="addSp modSp new">
        <pc:chgData name="정재훈" userId="a1bc6d4c-743c-4710-b1ab-17f4e2b7e614" providerId="ADAL" clId="{021D756F-7570-4BB1-A8F7-DB81FB520B2C}" dt="2026-03-23T02:02:27.543" v="15"/>
        <pc:sldMkLst>
          <pc:docMk/>
          <pc:sldMk cId="1242928682" sldId="270"/>
        </pc:sldMkLst>
        <pc:spChg chg="add mod">
          <ac:chgData name="정재훈" userId="a1bc6d4c-743c-4710-b1ab-17f4e2b7e614" providerId="ADAL" clId="{021D756F-7570-4BB1-A8F7-DB81FB520B2C}" dt="2026-03-23T02:02:27.543" v="15"/>
          <ac:spMkLst>
            <pc:docMk/>
            <pc:sldMk cId="1242928682" sldId="270"/>
            <ac:spMk id="2" creationId="{D547F118-B414-604B-FB37-CFC7E513B39A}"/>
          </ac:spMkLst>
        </pc:spChg>
        <pc:spChg chg="add mod">
          <ac:chgData name="정재훈" userId="a1bc6d4c-743c-4710-b1ab-17f4e2b7e614" providerId="ADAL" clId="{021D756F-7570-4BB1-A8F7-DB81FB520B2C}" dt="2026-03-23T02:02:27.543" v="15"/>
          <ac:spMkLst>
            <pc:docMk/>
            <pc:sldMk cId="1242928682" sldId="270"/>
            <ac:spMk id="5" creationId="{9B64961B-ECC7-EC6C-188A-63CB9A635C7F}"/>
          </ac:spMkLst>
        </pc:spChg>
        <pc:spChg chg="add mod">
          <ac:chgData name="정재훈" userId="a1bc6d4c-743c-4710-b1ab-17f4e2b7e614" providerId="ADAL" clId="{021D756F-7570-4BB1-A8F7-DB81FB520B2C}" dt="2026-03-23T02:02:27.543" v="15"/>
          <ac:spMkLst>
            <pc:docMk/>
            <pc:sldMk cId="1242928682" sldId="270"/>
            <ac:spMk id="6" creationId="{B66B70DA-7F7F-4F27-838E-CD4635E75A25}"/>
          </ac:spMkLst>
        </pc:spChg>
        <pc:spChg chg="add mod">
          <ac:chgData name="정재훈" userId="a1bc6d4c-743c-4710-b1ab-17f4e2b7e614" providerId="ADAL" clId="{021D756F-7570-4BB1-A8F7-DB81FB520B2C}" dt="2026-03-23T02:02:27.543" v="15"/>
          <ac:spMkLst>
            <pc:docMk/>
            <pc:sldMk cId="1242928682" sldId="270"/>
            <ac:spMk id="7" creationId="{A9D0A878-6195-901C-7552-4A6A21578E59}"/>
          </ac:spMkLst>
        </pc:spChg>
        <pc:picChg chg="add mod">
          <ac:chgData name="정재훈" userId="a1bc6d4c-743c-4710-b1ab-17f4e2b7e614" providerId="ADAL" clId="{021D756F-7570-4BB1-A8F7-DB81FB520B2C}" dt="2026-03-23T02:02:27.543" v="15"/>
          <ac:picMkLst>
            <pc:docMk/>
            <pc:sldMk cId="1242928682" sldId="270"/>
            <ac:picMk id="3" creationId="{5510F0A3-CEAA-FE48-04F8-6F99E4530B32}"/>
          </ac:picMkLst>
        </pc:picChg>
        <pc:picChg chg="add mod">
          <ac:chgData name="정재훈" userId="a1bc6d4c-743c-4710-b1ab-17f4e2b7e614" providerId="ADAL" clId="{021D756F-7570-4BB1-A8F7-DB81FB520B2C}" dt="2026-03-23T02:02:27.543" v="15"/>
          <ac:picMkLst>
            <pc:docMk/>
            <pc:sldMk cId="1242928682" sldId="270"/>
            <ac:picMk id="4" creationId="{619ECADC-E9DE-266C-D72D-593A918450B6}"/>
          </ac:picMkLst>
        </pc:picChg>
      </pc:sldChg>
      <pc:sldChg chg="addSp modSp new">
        <pc:chgData name="정재훈" userId="a1bc6d4c-743c-4710-b1ab-17f4e2b7e614" providerId="ADAL" clId="{021D756F-7570-4BB1-A8F7-DB81FB520B2C}" dt="2026-03-23T02:02:42.676" v="17"/>
        <pc:sldMkLst>
          <pc:docMk/>
          <pc:sldMk cId="669825740" sldId="271"/>
        </pc:sldMkLst>
        <pc:spChg chg="add mod">
          <ac:chgData name="정재훈" userId="a1bc6d4c-743c-4710-b1ab-17f4e2b7e614" providerId="ADAL" clId="{021D756F-7570-4BB1-A8F7-DB81FB520B2C}" dt="2026-03-23T02:02:42.676" v="17"/>
          <ac:spMkLst>
            <pc:docMk/>
            <pc:sldMk cId="669825740" sldId="271"/>
            <ac:spMk id="2" creationId="{846D1091-C72D-1E33-C3EE-3E8B96F93D7A}"/>
          </ac:spMkLst>
        </pc:spChg>
        <pc:spChg chg="add mod">
          <ac:chgData name="정재훈" userId="a1bc6d4c-743c-4710-b1ab-17f4e2b7e614" providerId="ADAL" clId="{021D756F-7570-4BB1-A8F7-DB81FB520B2C}" dt="2026-03-23T02:02:42.676" v="17"/>
          <ac:spMkLst>
            <pc:docMk/>
            <pc:sldMk cId="669825740" sldId="271"/>
            <ac:spMk id="3" creationId="{E1C2E9C5-758E-6827-A5B3-7EF6E909729B}"/>
          </ac:spMkLst>
        </pc:spChg>
        <pc:spChg chg="add mod">
          <ac:chgData name="정재훈" userId="a1bc6d4c-743c-4710-b1ab-17f4e2b7e614" providerId="ADAL" clId="{021D756F-7570-4BB1-A8F7-DB81FB520B2C}" dt="2026-03-23T02:02:42.676" v="17"/>
          <ac:spMkLst>
            <pc:docMk/>
            <pc:sldMk cId="669825740" sldId="271"/>
            <ac:spMk id="5" creationId="{097815DF-36A8-DD28-FEF1-9BA9BB39F8A9}"/>
          </ac:spMkLst>
        </pc:spChg>
        <pc:picChg chg="add mod">
          <ac:chgData name="정재훈" userId="a1bc6d4c-743c-4710-b1ab-17f4e2b7e614" providerId="ADAL" clId="{021D756F-7570-4BB1-A8F7-DB81FB520B2C}" dt="2026-03-23T02:02:42.676" v="17"/>
          <ac:picMkLst>
            <pc:docMk/>
            <pc:sldMk cId="669825740" sldId="271"/>
            <ac:picMk id="4" creationId="{A3BEC55B-D3AC-0A32-090A-68E2B7D65DEC}"/>
          </ac:picMkLst>
        </pc:picChg>
      </pc:sldChg>
      <pc:sldChg chg="addSp modSp new mod">
        <pc:chgData name="정재훈" userId="a1bc6d4c-743c-4710-b1ab-17f4e2b7e614" providerId="ADAL" clId="{021D756F-7570-4BB1-A8F7-DB81FB520B2C}" dt="2026-03-23T02:10:22.780" v="76" actId="207"/>
        <pc:sldMkLst>
          <pc:docMk/>
          <pc:sldMk cId="1151376842" sldId="272"/>
        </pc:sldMkLst>
        <pc:spChg chg="add mod">
          <ac:chgData name="정재훈" userId="a1bc6d4c-743c-4710-b1ab-17f4e2b7e614" providerId="ADAL" clId="{021D756F-7570-4BB1-A8F7-DB81FB520B2C}" dt="2026-03-23T02:02:51.124" v="19"/>
          <ac:spMkLst>
            <pc:docMk/>
            <pc:sldMk cId="1151376842" sldId="272"/>
            <ac:spMk id="3" creationId="{839BABD2-B8EF-EB8F-A148-0F027D8B4990}"/>
          </ac:spMkLst>
        </pc:spChg>
        <pc:spChg chg="add mod">
          <ac:chgData name="정재훈" userId="a1bc6d4c-743c-4710-b1ab-17f4e2b7e614" providerId="ADAL" clId="{021D756F-7570-4BB1-A8F7-DB81FB520B2C}" dt="2026-03-23T02:02:51.124" v="19"/>
          <ac:spMkLst>
            <pc:docMk/>
            <pc:sldMk cId="1151376842" sldId="272"/>
            <ac:spMk id="4" creationId="{6571BE5C-2A6D-FC70-DC57-2BC176F110AA}"/>
          </ac:spMkLst>
        </pc:spChg>
        <pc:spChg chg="add mod">
          <ac:chgData name="정재훈" userId="a1bc6d4c-743c-4710-b1ab-17f4e2b7e614" providerId="ADAL" clId="{021D756F-7570-4BB1-A8F7-DB81FB520B2C}" dt="2026-03-23T02:02:51.124" v="19"/>
          <ac:spMkLst>
            <pc:docMk/>
            <pc:sldMk cId="1151376842" sldId="272"/>
            <ac:spMk id="5" creationId="{857E8EEA-F2BB-B785-58C6-0675E62643F3}"/>
          </ac:spMkLst>
        </pc:spChg>
        <pc:spChg chg="add mod">
          <ac:chgData name="정재훈" userId="a1bc6d4c-743c-4710-b1ab-17f4e2b7e614" providerId="ADAL" clId="{021D756F-7570-4BB1-A8F7-DB81FB520B2C}" dt="2026-03-23T02:02:51.124" v="19"/>
          <ac:spMkLst>
            <pc:docMk/>
            <pc:sldMk cId="1151376842" sldId="272"/>
            <ac:spMk id="6" creationId="{343FC4AE-5C82-82EC-3E93-D518715D1923}"/>
          </ac:spMkLst>
        </pc:spChg>
        <pc:spChg chg="add mod">
          <ac:chgData name="정재훈" userId="a1bc6d4c-743c-4710-b1ab-17f4e2b7e614" providerId="ADAL" clId="{021D756F-7570-4BB1-A8F7-DB81FB520B2C}" dt="2026-03-23T02:02:51.124" v="19"/>
          <ac:spMkLst>
            <pc:docMk/>
            <pc:sldMk cId="1151376842" sldId="272"/>
            <ac:spMk id="7" creationId="{350CDE03-37CC-3B1B-F9BF-1520D6BCFA96}"/>
          </ac:spMkLst>
        </pc:spChg>
        <pc:spChg chg="add mod">
          <ac:chgData name="정재훈" userId="a1bc6d4c-743c-4710-b1ab-17f4e2b7e614" providerId="ADAL" clId="{021D756F-7570-4BB1-A8F7-DB81FB520B2C}" dt="2026-03-23T02:02:51.124" v="19"/>
          <ac:spMkLst>
            <pc:docMk/>
            <pc:sldMk cId="1151376842" sldId="272"/>
            <ac:spMk id="8" creationId="{83A5C421-913D-D39E-D32E-26CC18AD5065}"/>
          </ac:spMkLst>
        </pc:spChg>
        <pc:spChg chg="add mod">
          <ac:chgData name="정재훈" userId="a1bc6d4c-743c-4710-b1ab-17f4e2b7e614" providerId="ADAL" clId="{021D756F-7570-4BB1-A8F7-DB81FB520B2C}" dt="2026-03-23T02:10:22.780" v="76" actId="207"/>
          <ac:spMkLst>
            <pc:docMk/>
            <pc:sldMk cId="1151376842" sldId="272"/>
            <ac:spMk id="9" creationId="{3A9893A2-0B0C-C707-D6A4-12A2003A6765}"/>
          </ac:spMkLst>
        </pc:spChg>
        <pc:picChg chg="add mod">
          <ac:chgData name="정재훈" userId="a1bc6d4c-743c-4710-b1ab-17f4e2b7e614" providerId="ADAL" clId="{021D756F-7570-4BB1-A8F7-DB81FB520B2C}" dt="2026-03-23T02:02:51.124" v="19"/>
          <ac:picMkLst>
            <pc:docMk/>
            <pc:sldMk cId="1151376842" sldId="272"/>
            <ac:picMk id="2" creationId="{3B2251C7-36F9-EE82-A084-BDFA9F27AB8B}"/>
          </ac:picMkLst>
        </pc:picChg>
      </pc:sldChg>
      <pc:sldChg chg="addSp modSp new">
        <pc:chgData name="정재훈" userId="a1bc6d4c-743c-4710-b1ab-17f4e2b7e614" providerId="ADAL" clId="{021D756F-7570-4BB1-A8F7-DB81FB520B2C}" dt="2026-03-23T02:03:11.751" v="21"/>
        <pc:sldMkLst>
          <pc:docMk/>
          <pc:sldMk cId="1252448108" sldId="273"/>
        </pc:sldMkLst>
        <pc:spChg chg="add mod">
          <ac:chgData name="정재훈" userId="a1bc6d4c-743c-4710-b1ab-17f4e2b7e614" providerId="ADAL" clId="{021D756F-7570-4BB1-A8F7-DB81FB520B2C}" dt="2026-03-23T02:03:11.751" v="21"/>
          <ac:spMkLst>
            <pc:docMk/>
            <pc:sldMk cId="1252448108" sldId="273"/>
            <ac:spMk id="2" creationId="{F83D0D01-9BCA-B3CC-FA5F-6287E1352054}"/>
          </ac:spMkLst>
        </pc:spChg>
        <pc:spChg chg="add mod">
          <ac:chgData name="정재훈" userId="a1bc6d4c-743c-4710-b1ab-17f4e2b7e614" providerId="ADAL" clId="{021D756F-7570-4BB1-A8F7-DB81FB520B2C}" dt="2026-03-23T02:03:11.751" v="21"/>
          <ac:spMkLst>
            <pc:docMk/>
            <pc:sldMk cId="1252448108" sldId="273"/>
            <ac:spMk id="4" creationId="{0FC9BE67-66A1-DA7E-169F-3C4BF0DDFB5F}"/>
          </ac:spMkLst>
        </pc:spChg>
        <pc:spChg chg="add mod">
          <ac:chgData name="정재훈" userId="a1bc6d4c-743c-4710-b1ab-17f4e2b7e614" providerId="ADAL" clId="{021D756F-7570-4BB1-A8F7-DB81FB520B2C}" dt="2026-03-23T02:03:11.751" v="21"/>
          <ac:spMkLst>
            <pc:docMk/>
            <pc:sldMk cId="1252448108" sldId="273"/>
            <ac:spMk id="5" creationId="{AE48E43B-2D06-AF05-B341-101A9DC67026}"/>
          </ac:spMkLst>
        </pc:spChg>
        <pc:spChg chg="add mod">
          <ac:chgData name="정재훈" userId="a1bc6d4c-743c-4710-b1ab-17f4e2b7e614" providerId="ADAL" clId="{021D756F-7570-4BB1-A8F7-DB81FB520B2C}" dt="2026-03-23T02:03:11.751" v="21"/>
          <ac:spMkLst>
            <pc:docMk/>
            <pc:sldMk cId="1252448108" sldId="273"/>
            <ac:spMk id="6" creationId="{BC04727A-50A3-80A5-DBC2-ACD2CD3EA564}"/>
          </ac:spMkLst>
        </pc:spChg>
        <pc:spChg chg="add mod">
          <ac:chgData name="정재훈" userId="a1bc6d4c-743c-4710-b1ab-17f4e2b7e614" providerId="ADAL" clId="{021D756F-7570-4BB1-A8F7-DB81FB520B2C}" dt="2026-03-23T02:03:11.751" v="21"/>
          <ac:spMkLst>
            <pc:docMk/>
            <pc:sldMk cId="1252448108" sldId="273"/>
            <ac:spMk id="7" creationId="{68EEA7B5-B230-9A7D-CC4C-FCA9ED816223}"/>
          </ac:spMkLst>
        </pc:spChg>
        <pc:spChg chg="add mod">
          <ac:chgData name="정재훈" userId="a1bc6d4c-743c-4710-b1ab-17f4e2b7e614" providerId="ADAL" clId="{021D756F-7570-4BB1-A8F7-DB81FB520B2C}" dt="2026-03-23T02:03:11.751" v="21"/>
          <ac:spMkLst>
            <pc:docMk/>
            <pc:sldMk cId="1252448108" sldId="273"/>
            <ac:spMk id="8" creationId="{56AF5420-8AEB-1A4A-7967-610E0196AC63}"/>
          </ac:spMkLst>
        </pc:spChg>
        <pc:picChg chg="add mod">
          <ac:chgData name="정재훈" userId="a1bc6d4c-743c-4710-b1ab-17f4e2b7e614" providerId="ADAL" clId="{021D756F-7570-4BB1-A8F7-DB81FB520B2C}" dt="2026-03-23T02:03:11.751" v="21"/>
          <ac:picMkLst>
            <pc:docMk/>
            <pc:sldMk cId="1252448108" sldId="273"/>
            <ac:picMk id="3" creationId="{937D279F-6F10-319A-4E29-4AF04230D4C5}"/>
          </ac:picMkLst>
        </pc:picChg>
      </pc:sldChg>
      <pc:sldChg chg="addSp modSp new">
        <pc:chgData name="정재훈" userId="a1bc6d4c-743c-4710-b1ab-17f4e2b7e614" providerId="ADAL" clId="{021D756F-7570-4BB1-A8F7-DB81FB520B2C}" dt="2026-03-23T02:03:20.835" v="23"/>
        <pc:sldMkLst>
          <pc:docMk/>
          <pc:sldMk cId="4285879860" sldId="274"/>
        </pc:sldMkLst>
        <pc:spChg chg="add mod">
          <ac:chgData name="정재훈" userId="a1bc6d4c-743c-4710-b1ab-17f4e2b7e614" providerId="ADAL" clId="{021D756F-7570-4BB1-A8F7-DB81FB520B2C}" dt="2026-03-23T02:03:20.835" v="23"/>
          <ac:spMkLst>
            <pc:docMk/>
            <pc:sldMk cId="4285879860" sldId="274"/>
            <ac:spMk id="2" creationId="{D18D8894-802B-5D59-AAE7-0F50B4C8F5CF}"/>
          </ac:spMkLst>
        </pc:spChg>
        <pc:spChg chg="add mod">
          <ac:chgData name="정재훈" userId="a1bc6d4c-743c-4710-b1ab-17f4e2b7e614" providerId="ADAL" clId="{021D756F-7570-4BB1-A8F7-DB81FB520B2C}" dt="2026-03-23T02:03:20.835" v="23"/>
          <ac:spMkLst>
            <pc:docMk/>
            <pc:sldMk cId="4285879860" sldId="274"/>
            <ac:spMk id="4" creationId="{D26CC464-0B1C-0107-3D30-C2D6FEF05077}"/>
          </ac:spMkLst>
        </pc:spChg>
        <pc:spChg chg="add mod">
          <ac:chgData name="정재훈" userId="a1bc6d4c-743c-4710-b1ab-17f4e2b7e614" providerId="ADAL" clId="{021D756F-7570-4BB1-A8F7-DB81FB520B2C}" dt="2026-03-23T02:03:20.835" v="23"/>
          <ac:spMkLst>
            <pc:docMk/>
            <pc:sldMk cId="4285879860" sldId="274"/>
            <ac:spMk id="5" creationId="{6D8D99E4-680E-B4D0-973B-AA28B2924C8D}"/>
          </ac:spMkLst>
        </pc:spChg>
        <pc:spChg chg="add mod">
          <ac:chgData name="정재훈" userId="a1bc6d4c-743c-4710-b1ab-17f4e2b7e614" providerId="ADAL" clId="{021D756F-7570-4BB1-A8F7-DB81FB520B2C}" dt="2026-03-23T02:03:20.835" v="23"/>
          <ac:spMkLst>
            <pc:docMk/>
            <pc:sldMk cId="4285879860" sldId="274"/>
            <ac:spMk id="6" creationId="{F4CC3F8F-9109-AF09-997C-06CB6B65E951}"/>
          </ac:spMkLst>
        </pc:spChg>
        <pc:spChg chg="add mod">
          <ac:chgData name="정재훈" userId="a1bc6d4c-743c-4710-b1ab-17f4e2b7e614" providerId="ADAL" clId="{021D756F-7570-4BB1-A8F7-DB81FB520B2C}" dt="2026-03-23T02:03:20.835" v="23"/>
          <ac:spMkLst>
            <pc:docMk/>
            <pc:sldMk cId="4285879860" sldId="274"/>
            <ac:spMk id="7" creationId="{437C483B-C70A-2840-C5C4-4341C0886F22}"/>
          </ac:spMkLst>
        </pc:spChg>
        <pc:spChg chg="add mod">
          <ac:chgData name="정재훈" userId="a1bc6d4c-743c-4710-b1ab-17f4e2b7e614" providerId="ADAL" clId="{021D756F-7570-4BB1-A8F7-DB81FB520B2C}" dt="2026-03-23T02:03:20.835" v="23"/>
          <ac:spMkLst>
            <pc:docMk/>
            <pc:sldMk cId="4285879860" sldId="274"/>
            <ac:spMk id="8" creationId="{A23D819C-793F-FB9D-16FF-1CFE86802EB0}"/>
          </ac:spMkLst>
        </pc:spChg>
        <pc:picChg chg="add mod">
          <ac:chgData name="정재훈" userId="a1bc6d4c-743c-4710-b1ab-17f4e2b7e614" providerId="ADAL" clId="{021D756F-7570-4BB1-A8F7-DB81FB520B2C}" dt="2026-03-23T02:03:20.835" v="23"/>
          <ac:picMkLst>
            <pc:docMk/>
            <pc:sldMk cId="4285879860" sldId="274"/>
            <ac:picMk id="3" creationId="{7F9CC1AA-AFDF-BADE-DB46-34EA3B1F6CA3}"/>
          </ac:picMkLst>
        </pc:picChg>
      </pc:sldChg>
      <pc:sldChg chg="addSp modSp new">
        <pc:chgData name="정재훈" userId="a1bc6d4c-743c-4710-b1ab-17f4e2b7e614" providerId="ADAL" clId="{021D756F-7570-4BB1-A8F7-DB81FB520B2C}" dt="2026-03-23T02:03:29.572" v="25"/>
        <pc:sldMkLst>
          <pc:docMk/>
          <pc:sldMk cId="3785288847" sldId="275"/>
        </pc:sldMkLst>
        <pc:spChg chg="add mod">
          <ac:chgData name="정재훈" userId="a1bc6d4c-743c-4710-b1ab-17f4e2b7e614" providerId="ADAL" clId="{021D756F-7570-4BB1-A8F7-DB81FB520B2C}" dt="2026-03-23T02:03:29.572" v="25"/>
          <ac:spMkLst>
            <pc:docMk/>
            <pc:sldMk cId="3785288847" sldId="275"/>
            <ac:spMk id="2" creationId="{12F2F495-20C8-C5E1-65F7-92384A0C3EE8}"/>
          </ac:spMkLst>
        </pc:spChg>
        <pc:spChg chg="add mod">
          <ac:chgData name="정재훈" userId="a1bc6d4c-743c-4710-b1ab-17f4e2b7e614" providerId="ADAL" clId="{021D756F-7570-4BB1-A8F7-DB81FB520B2C}" dt="2026-03-23T02:03:29.572" v="25"/>
          <ac:spMkLst>
            <pc:docMk/>
            <pc:sldMk cId="3785288847" sldId="275"/>
            <ac:spMk id="4" creationId="{D599A38C-3A5A-293D-95FD-DDCFAE9F9BB6}"/>
          </ac:spMkLst>
        </pc:spChg>
        <pc:spChg chg="add mod">
          <ac:chgData name="정재훈" userId="a1bc6d4c-743c-4710-b1ab-17f4e2b7e614" providerId="ADAL" clId="{021D756F-7570-4BB1-A8F7-DB81FB520B2C}" dt="2026-03-23T02:03:29.572" v="25"/>
          <ac:spMkLst>
            <pc:docMk/>
            <pc:sldMk cId="3785288847" sldId="275"/>
            <ac:spMk id="5" creationId="{5278FE98-A786-C980-0B57-FBF6F09EF0B0}"/>
          </ac:spMkLst>
        </pc:spChg>
        <pc:spChg chg="add mod">
          <ac:chgData name="정재훈" userId="a1bc6d4c-743c-4710-b1ab-17f4e2b7e614" providerId="ADAL" clId="{021D756F-7570-4BB1-A8F7-DB81FB520B2C}" dt="2026-03-23T02:03:29.572" v="25"/>
          <ac:spMkLst>
            <pc:docMk/>
            <pc:sldMk cId="3785288847" sldId="275"/>
            <ac:spMk id="6" creationId="{5424BFC5-087E-06BF-EC35-9A7A650E9AEE}"/>
          </ac:spMkLst>
        </pc:spChg>
        <pc:picChg chg="add mod">
          <ac:chgData name="정재훈" userId="a1bc6d4c-743c-4710-b1ab-17f4e2b7e614" providerId="ADAL" clId="{021D756F-7570-4BB1-A8F7-DB81FB520B2C}" dt="2026-03-23T02:03:29.572" v="25"/>
          <ac:picMkLst>
            <pc:docMk/>
            <pc:sldMk cId="3785288847" sldId="275"/>
            <ac:picMk id="3" creationId="{26A33A5D-F248-B656-070A-B78FFE30AEB1}"/>
          </ac:picMkLst>
        </pc:picChg>
      </pc:sldChg>
      <pc:sldChg chg="new del">
        <pc:chgData name="정재훈" userId="a1bc6d4c-743c-4710-b1ab-17f4e2b7e614" providerId="ADAL" clId="{021D756F-7570-4BB1-A8F7-DB81FB520B2C}" dt="2026-03-23T02:03:47.664" v="27" actId="2696"/>
        <pc:sldMkLst>
          <pc:docMk/>
          <pc:sldMk cId="449561328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13195-39A2-D698-47F9-0CC83676A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0940B0-D71F-417A-B881-E569CDA9E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ED8DBB-E9EF-6E12-5025-A983F1A8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52935D-43C5-43BF-50F2-A32F183E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BBB49A-E169-AC65-2780-84EC9358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52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FCBD7-7D66-AAD0-8911-41F6EBE6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8EEF-D471-2D1F-FFC4-F3BAC6BB9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2C3FEA-F230-D0C1-8027-3DBE4D6D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9B4C6-5B86-7C7D-CE3A-FA0E508E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4B623-EBDA-EB69-050F-51D9AD5F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0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E724B-C398-B4B1-B763-E7D300AB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605E03-CED1-3D4F-6BE9-43AED88DC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CFB074-03CA-A5DA-9DFA-EAF6B7F4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E87420-A4EA-099C-6C8F-944FC025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D5725-BB0A-F157-7448-A1C06B62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4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849B2-75D9-513D-CDBA-6CA7D98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F9AE6-C085-F1E7-24B2-0721F25CE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37C91C-B619-68D8-2B91-115420CB5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37C5B5-4A9F-3464-73ED-64D02A5F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A41AA-7BD6-9819-37A4-52029E61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7FE024-AA67-0323-3A91-B6A58CED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7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307CF-7130-E6F8-A6CC-0D6B4CC6C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3E1A94-262F-20F3-7C58-AC9927B06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0BAFBB-EF83-6170-EC4E-7B4F2BC74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89440C-ADC9-1DF3-AF64-C973646E2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A19DD4-C0C6-04B8-AF3C-E9CAC86DB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FB9F4B-2C95-80CD-5A5D-74BA0034B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9B4571-E11B-1CB3-ED35-48A47E66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326B1D-BFF8-EB37-2A1D-9171AC5F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85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401A5-142C-84E8-C68B-D93D2580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939ED2-2A4D-9253-8E2D-32CE742E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DF8A9C-ACD4-C9BA-F619-99FA3699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4E2586-501D-F37B-BEB1-06FC1263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3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68C663-6CF9-D7D3-9EC9-58CEF85B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7831EB-D5CE-9C43-BBB3-C52F2B2E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5CA55E-7390-E5DE-B4C5-3168B5B4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98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CD6FE-DEC5-0072-61C5-FCB75054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6B239-EA5E-2DC6-0A6E-02029B766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F87193-FAF3-292A-FCE3-5A6A89C64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D0C60-F350-5914-A788-D8ABE17F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AAF9FE-689B-3295-D143-7DEFD33A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4F747B-0F7D-27E5-860F-7D7E90F4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86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39E17-4330-18B2-ECCA-602DCA59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0B7F01-7263-E206-48B4-CA755E2A7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FC4B02-EF73-CD9A-0D90-0AAF1C376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69A09A-3675-934A-D30C-1BD26CAC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F2E984-4E8C-9365-1621-41379760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D76A68-D7C4-46C2-5842-695D3400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05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375A-A60D-CD45-DCF5-3645CD154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3B1368-3A15-7CD9-E5A5-C2969E1FA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223DD7-FD34-6891-5BB1-3BC0EBDA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9578D-73D9-4BF8-7AB4-59814EF9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76C28-4136-0BE5-4D01-D5ABBC5F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2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59838B-1DF6-2794-A47C-6A0AEECD5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5EE536-0DB2-7588-21D2-E967EEA2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0FB1D-1E98-3F6D-6EF9-BE665FE96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3BFC10-9367-7C0D-E3EB-0001B178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4AF4F8-C6AA-C38A-523F-0A1E8F71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17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CE92F3-6AB9-2BF3-29BF-38D686FA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B70B67-3204-BA1F-286E-FE2F57479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A31DC8-843F-18DA-5C97-D94DB270C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CD79C-8443-473F-80A1-0497F2E06CDF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EBB274-D8C5-4A0F-C869-9077B96EF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3EA040-2F91-C5E2-6E61-1976287DB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CF7AC-0FD4-471A-9A4F-34A63CB9FF8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42242-B809-3019-8DA2-B346FFC0C8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967913" y="63500"/>
            <a:ext cx="21844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 본 문서는 TDG의 소유입니다.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17209D-36EA-9B6E-AAD5-B886DBB9E3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434763" y="6657340"/>
            <a:ext cx="71755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정재훈 | blank</a:t>
            </a:r>
          </a:p>
        </p:txBody>
      </p:sp>
    </p:spTree>
    <p:extLst>
      <p:ext uri="{BB962C8B-B14F-4D97-AF65-F5344CB8AC3E}">
        <p14:creationId xmlns:p14="http://schemas.microsoft.com/office/powerpoint/2010/main" val="384423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icrosoft.com/en-us/download/details.aspx?id=56519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651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rosoft.com/en-us/download/details.aspx?id=56519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6519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6519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6519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6519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6519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56519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CA91C-0378-4971-6868-C78B11A5C268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EDL </a:t>
            </a:r>
            <a:r>
              <a:rPr kumimoji="0" lang="ko-KR" altLang="en-US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이유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3AEB34E0-35CD-2BA2-8CFD-5C03C434FB87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en-US" altLang="ko-KR" sz="1200" b="1" dirty="0" err="1"/>
              <a:t>PaloAlto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내에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적용하는 이유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200" b="1" dirty="0"/>
              <a:t>]</a:t>
            </a:r>
          </a:p>
          <a:p>
            <a:pPr>
              <a:buFontTx/>
              <a:buChar char="-"/>
            </a:pPr>
            <a:r>
              <a:rPr lang="en-US" altLang="ko-KR" sz="1000" dirty="0"/>
              <a:t>Azure NSG </a:t>
            </a:r>
            <a:r>
              <a:rPr lang="ko-KR" altLang="en-US" sz="1000" dirty="0"/>
              <a:t>및 </a:t>
            </a:r>
            <a:r>
              <a:rPr lang="en-US" altLang="ko-KR" sz="1000" dirty="0"/>
              <a:t>F/W </a:t>
            </a:r>
            <a:r>
              <a:rPr lang="ko-KR" altLang="en-US" sz="1000" dirty="0"/>
              <a:t>사용 시에는</a:t>
            </a:r>
            <a:r>
              <a:rPr lang="en-US" altLang="ko-KR" sz="1000" dirty="0"/>
              <a:t>Azure</a:t>
            </a:r>
            <a:r>
              <a:rPr lang="ko-KR" altLang="en-US" sz="1000" dirty="0"/>
              <a:t> </a:t>
            </a:r>
            <a:r>
              <a:rPr lang="en-US" altLang="ko-KR" sz="1000" dirty="0"/>
              <a:t>Service</a:t>
            </a:r>
            <a:r>
              <a:rPr lang="ko-KR" altLang="en-US" sz="1000" dirty="0"/>
              <a:t> </a:t>
            </a:r>
            <a:r>
              <a:rPr lang="en-US" altLang="ko-KR" sz="1000" dirty="0"/>
              <a:t>Tag</a:t>
            </a:r>
            <a:r>
              <a:rPr lang="ko-KR" altLang="en-US" sz="1000" dirty="0"/>
              <a:t>를 사용함으로</a:t>
            </a:r>
            <a:r>
              <a:rPr lang="en-US" altLang="ko-KR" sz="1000" dirty="0"/>
              <a:t> Service Tag </a:t>
            </a:r>
            <a:r>
              <a:rPr lang="ko-KR" altLang="en-US" sz="1000" dirty="0"/>
              <a:t>등록을 수월하게 할 수 있었으나</a:t>
            </a:r>
            <a:r>
              <a:rPr lang="en-US" altLang="ko-KR" sz="1000" dirty="0"/>
              <a:t>, (Service Tag IP </a:t>
            </a:r>
            <a:r>
              <a:rPr lang="ko-KR" altLang="en-US" sz="1000" dirty="0"/>
              <a:t>변경 시 자동 업데이트</a:t>
            </a:r>
            <a:r>
              <a:rPr lang="en-US" altLang="ko-KR" sz="1000" dirty="0"/>
              <a:t>)</a:t>
            </a:r>
            <a:br>
              <a:rPr lang="en-US" altLang="ko-KR" sz="1000" dirty="0"/>
            </a:br>
            <a:r>
              <a:rPr lang="en-US" altLang="ko-KR" sz="1000" dirty="0"/>
              <a:t>  </a:t>
            </a:r>
            <a:r>
              <a:rPr lang="en-US" altLang="ko-KR" sz="1000" dirty="0" err="1"/>
              <a:t>PaloAlto</a:t>
            </a:r>
            <a:r>
              <a:rPr lang="ko-KR" altLang="en-US" sz="1000" dirty="0"/>
              <a:t> 환경에선 </a:t>
            </a:r>
            <a:r>
              <a:rPr lang="en-US" altLang="ko-KR" sz="1000" dirty="0"/>
              <a:t>Azure Service Tag </a:t>
            </a:r>
            <a:r>
              <a:rPr lang="ko-KR" altLang="en-US" sz="1000" dirty="0"/>
              <a:t>연동이 불가하여</a:t>
            </a:r>
            <a:r>
              <a:rPr lang="en-US" altLang="ko-KR" sz="1000" dirty="0"/>
              <a:t> </a:t>
            </a: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ko-KR" sz="1000" dirty="0"/>
              <a:t>정보</a:t>
            </a:r>
            <a:r>
              <a:rPr lang="ko-KR" altLang="en-US" sz="1000" dirty="0"/>
              <a:t>를</a:t>
            </a:r>
            <a:r>
              <a:rPr lang="en-US" altLang="ko-KR" sz="1000" dirty="0"/>
              <a:t> EDL</a:t>
            </a:r>
            <a:r>
              <a:rPr lang="ko-KR" altLang="en-US" sz="1000" dirty="0"/>
              <a:t>에 수동 업데이트 해줘야 합니다</a:t>
            </a:r>
            <a:r>
              <a:rPr lang="en-US" altLang="ko-KR" sz="1000" dirty="0"/>
              <a:t>.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</a:t>
            </a:r>
            <a:r>
              <a:rPr lang="ko-KR" altLang="en-US" sz="1000" dirty="0"/>
              <a:t>환경에서의 </a:t>
            </a:r>
            <a:r>
              <a:rPr lang="en-US" altLang="ko-KR" sz="1000" dirty="0"/>
              <a:t>Azure Service</a:t>
            </a:r>
            <a:r>
              <a:rPr lang="ko-KR" altLang="en-US" sz="1000" dirty="0"/>
              <a:t> </a:t>
            </a:r>
            <a:r>
              <a:rPr lang="en-US" altLang="ko-KR" sz="1000" dirty="0"/>
              <a:t>Tag </a:t>
            </a:r>
            <a:r>
              <a:rPr lang="ko-KR" altLang="en-US" sz="1000" dirty="0"/>
              <a:t>등록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 환경에서의 </a:t>
            </a:r>
            <a:r>
              <a:rPr lang="en-US" altLang="ko-KR" sz="1000" dirty="0"/>
              <a:t>Azure Service Tag </a:t>
            </a:r>
            <a:r>
              <a:rPr lang="ko-KR" altLang="en-US" sz="1000" dirty="0"/>
              <a:t>수동 등록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r>
              <a:rPr lang="en-US" altLang="ko-KR" sz="1000" dirty="0"/>
              <a:t>  Azure </a:t>
            </a:r>
            <a:r>
              <a:rPr lang="ko-KR" altLang="en-US" sz="1000" dirty="0"/>
              <a:t>에서 사용하는 </a:t>
            </a:r>
            <a:r>
              <a:rPr lang="en-US" altLang="ko-KR" sz="1000" dirty="0"/>
              <a:t>Service Tag</a:t>
            </a:r>
            <a:r>
              <a:rPr lang="ko-KR" altLang="en-US" sz="1000" dirty="0"/>
              <a:t>의 경우</a:t>
            </a:r>
            <a:br>
              <a:rPr lang="en-US" altLang="ko-KR" sz="1000" dirty="0"/>
            </a:br>
            <a:r>
              <a:rPr lang="en-US" altLang="ko-KR" sz="1000" dirty="0"/>
              <a:t>  URL </a:t>
            </a:r>
            <a:r>
              <a:rPr lang="ko-KR" altLang="en-US" sz="1000" dirty="0"/>
              <a:t>목록 집합이 아닌 </a:t>
            </a:r>
            <a:r>
              <a:rPr lang="en-US" altLang="ko-KR" sz="1000" dirty="0"/>
              <a:t>IP</a:t>
            </a:r>
            <a:r>
              <a:rPr lang="ko-KR" altLang="en-US" sz="1000" dirty="0"/>
              <a:t>목록 집합입니다</a:t>
            </a:r>
            <a:r>
              <a:rPr lang="en-US" altLang="ko-KR" sz="1000" dirty="0"/>
              <a:t>.</a:t>
            </a:r>
          </a:p>
          <a:p>
            <a:pPr marL="0" indent="0">
              <a:buNone/>
            </a:pP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 ※EDL</a:t>
            </a:r>
            <a:r>
              <a:rPr lang="ko-KR" altLang="en-US" sz="1000" dirty="0"/>
              <a:t> 이란</a:t>
            </a:r>
            <a:r>
              <a:rPr lang="en-US" altLang="ko-KR" sz="1000" dirty="0"/>
              <a:t>?</a:t>
            </a:r>
            <a:br>
              <a:rPr lang="en-US" altLang="ko-KR" sz="1000" dirty="0"/>
            </a:br>
            <a:r>
              <a:rPr lang="ko-KR" altLang="en-US" sz="1000" dirty="0"/>
              <a:t>   </a:t>
            </a:r>
            <a:r>
              <a:rPr lang="en-US" altLang="ko-KR" sz="1000" dirty="0" err="1"/>
              <a:t>PaloAlto</a:t>
            </a:r>
            <a:r>
              <a:rPr lang="ko-KR" altLang="en-US" sz="1000" dirty="0"/>
              <a:t> 방화벽이 외부 </a:t>
            </a:r>
            <a:r>
              <a:rPr lang="en-US" altLang="ko-KR" sz="1000" dirty="0"/>
              <a:t>URL/IP/</a:t>
            </a:r>
            <a:r>
              <a:rPr lang="ko-KR" altLang="en-US" sz="1000" dirty="0"/>
              <a:t>도메인 리스트를 가져와</a:t>
            </a:r>
            <a:br>
              <a:rPr lang="en-US" altLang="ko-KR" sz="1000" dirty="0"/>
            </a:br>
            <a:r>
              <a:rPr lang="en-US" altLang="ko-KR" sz="1000" dirty="0"/>
              <a:t>   </a:t>
            </a:r>
            <a:r>
              <a:rPr lang="ko-KR" altLang="en-US" sz="1000" dirty="0"/>
              <a:t>정책에 동적으로 반영할 수 있게 해주는 기능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 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34B934-3219-6782-74AF-EB8A9A84D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1064407"/>
            <a:ext cx="8280000" cy="27906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FCACAA7-55D7-EF7C-3E37-3EE40852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8" y="3910155"/>
            <a:ext cx="8280000" cy="24378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4CDF14B-670E-0B2F-770B-6089770AA47F}"/>
              </a:ext>
            </a:extLst>
          </p:cNvPr>
          <p:cNvSpPr/>
          <p:nvPr/>
        </p:nvSpPr>
        <p:spPr>
          <a:xfrm>
            <a:off x="2881745" y="2459751"/>
            <a:ext cx="4747491" cy="154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691F2BE-0E10-7EDD-3E17-C018DD577059}"/>
              </a:ext>
            </a:extLst>
          </p:cNvPr>
          <p:cNvSpPr/>
          <p:nvPr/>
        </p:nvSpPr>
        <p:spPr>
          <a:xfrm>
            <a:off x="2665745" y="2279564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DD4122-FDF0-1013-B9BB-39F35CDBAD86}"/>
              </a:ext>
            </a:extLst>
          </p:cNvPr>
          <p:cNvSpPr/>
          <p:nvPr/>
        </p:nvSpPr>
        <p:spPr>
          <a:xfrm>
            <a:off x="1450109" y="4830618"/>
            <a:ext cx="6918036" cy="692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E35F299-765F-783E-3975-AE90F5825505}"/>
              </a:ext>
            </a:extLst>
          </p:cNvPr>
          <p:cNvSpPr/>
          <p:nvPr/>
        </p:nvSpPr>
        <p:spPr>
          <a:xfrm>
            <a:off x="1234109" y="4614540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687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578D78-797E-E34D-5E09-4A4113DA4C5C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FC5403C1-2604-EAB7-39D1-CAB0ED62C341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2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EDEA3A-3032-F88E-8118-1AB1D439ED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8" y="1532280"/>
            <a:ext cx="8280000" cy="4777200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9BAEE6C-F8AB-E920-3C95-6FC1356C6BFD}"/>
              </a:ext>
            </a:extLst>
          </p:cNvPr>
          <p:cNvSpPr/>
          <p:nvPr/>
        </p:nvSpPr>
        <p:spPr>
          <a:xfrm>
            <a:off x="679927" y="4545346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3168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9CB099-CB26-4B5C-D37A-FDF45C97B58A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A11BD2-6B95-CC3C-1ABA-9EB94E0B8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1364938"/>
            <a:ext cx="8280000" cy="477712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40B921E-849F-1490-EE05-96A7CE606262}"/>
              </a:ext>
            </a:extLst>
          </p:cNvPr>
          <p:cNvSpPr/>
          <p:nvPr/>
        </p:nvSpPr>
        <p:spPr>
          <a:xfrm>
            <a:off x="4479636" y="4562764"/>
            <a:ext cx="1089891" cy="221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CB7847-E1CF-6CED-0CBF-4C1BE30F70D4}"/>
              </a:ext>
            </a:extLst>
          </p:cNvPr>
          <p:cNvSpPr/>
          <p:nvPr/>
        </p:nvSpPr>
        <p:spPr>
          <a:xfrm>
            <a:off x="420255" y="5809552"/>
            <a:ext cx="484909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371A9F9-3436-7FE4-8624-5376D500B533}"/>
              </a:ext>
            </a:extLst>
          </p:cNvPr>
          <p:cNvSpPr/>
          <p:nvPr/>
        </p:nvSpPr>
        <p:spPr>
          <a:xfrm>
            <a:off x="4263636" y="4369855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DAAE6BA-9D79-DF89-BB16-8A3956645520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3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898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F1E1E2-09C3-93B0-2F11-FFE36EBA5928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E470203-E74E-42F1-5FA0-525CD69F37F2}"/>
              </a:ext>
            </a:extLst>
          </p:cNvPr>
          <p:cNvSpPr/>
          <p:nvPr/>
        </p:nvSpPr>
        <p:spPr>
          <a:xfrm>
            <a:off x="1099523" y="1140756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701854-FB61-5940-60D4-4D3CE0E6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398" y="5962650"/>
            <a:ext cx="2695575" cy="4286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3A52CE-D8F3-00B5-4E1F-A2DF073C9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398" y="1364400"/>
            <a:ext cx="1714500" cy="419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A1306ED-3D76-DD36-A39F-F4D1C9990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432" y="2641658"/>
            <a:ext cx="2381250" cy="438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15CB82-0E9C-30B7-7862-620EA9D0A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432" y="4950308"/>
            <a:ext cx="1657350" cy="4191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91DEB4-49C1-8C3F-CF92-F38054FE76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1164" y="3937967"/>
            <a:ext cx="2343150" cy="4191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A5D95C9-3FEB-4502-A72A-C19F117722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0012" y="1647666"/>
            <a:ext cx="2139237" cy="4999703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5BF486C9-365D-1F61-7C06-F136DFC64F3B}"/>
              </a:ext>
            </a:extLst>
          </p:cNvPr>
          <p:cNvSpPr/>
          <p:nvPr/>
        </p:nvSpPr>
        <p:spPr>
          <a:xfrm>
            <a:off x="4028082" y="3500759"/>
            <a:ext cx="816077" cy="79486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6E3CC4-A97D-0CD0-9B9D-9D868FA163DE}"/>
              </a:ext>
            </a:extLst>
          </p:cNvPr>
          <p:cNvSpPr/>
          <p:nvPr/>
        </p:nvSpPr>
        <p:spPr>
          <a:xfrm>
            <a:off x="1315524" y="1330036"/>
            <a:ext cx="5879604" cy="5412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E8386AA9-D5CF-2902-A50E-0116CDB8CA5B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8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</a:t>
            </a:r>
            <a:r>
              <a:rPr lang="en-US" altLang="ko-KR" sz="1000" dirty="0"/>
              <a:t>Visual Studio Code</a:t>
            </a:r>
            <a:r>
              <a:rPr lang="ko-KR" altLang="en-US" sz="1000" dirty="0"/>
              <a:t>로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0642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E98A0-55E8-EB2C-4F6E-49F912F0B0EE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576895-4627-C7B5-DEA2-8AD2C900D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100944"/>
            <a:ext cx="8280000" cy="5305109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35BE9D5B-0536-1316-BB5C-A079F4AE5981}"/>
              </a:ext>
            </a:extLst>
          </p:cNvPr>
          <p:cNvSpPr/>
          <p:nvPr/>
        </p:nvSpPr>
        <p:spPr>
          <a:xfrm>
            <a:off x="1040145" y="1917600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A8FFB1-72D4-E856-644C-682A8A6D8672}"/>
              </a:ext>
            </a:extLst>
          </p:cNvPr>
          <p:cNvSpPr/>
          <p:nvPr/>
        </p:nvSpPr>
        <p:spPr>
          <a:xfrm>
            <a:off x="1256145" y="2133600"/>
            <a:ext cx="5911273" cy="1071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91B329CC-BCBC-F3BE-D470-A4470E315A62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3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AF5139-CE72-8D7A-BF95-603A955B25DD}"/>
              </a:ext>
            </a:extLst>
          </p:cNvPr>
          <p:cNvSpPr/>
          <p:nvPr/>
        </p:nvSpPr>
        <p:spPr>
          <a:xfrm>
            <a:off x="157017" y="1917599"/>
            <a:ext cx="883127" cy="44884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CF58C7-27D9-6D37-24D0-B457C1A805FB}"/>
              </a:ext>
            </a:extLst>
          </p:cNvPr>
          <p:cNvSpPr/>
          <p:nvPr/>
        </p:nvSpPr>
        <p:spPr>
          <a:xfrm>
            <a:off x="1490869" y="1330036"/>
            <a:ext cx="4094922" cy="2531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03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1D82C-E47A-5405-6486-18141AE276DE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6EC8F2-80B3-9AC0-1325-E990D744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269499"/>
            <a:ext cx="8280000" cy="4968000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E567EBF8-02E9-D5B6-0F2C-85CDBA056B85}"/>
              </a:ext>
            </a:extLst>
          </p:cNvPr>
          <p:cNvSpPr/>
          <p:nvPr/>
        </p:nvSpPr>
        <p:spPr>
          <a:xfrm>
            <a:off x="3383149" y="3789206"/>
            <a:ext cx="816077" cy="79486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D0A1E1-08C3-67B2-69C4-7BDE48D01B2B}"/>
              </a:ext>
            </a:extLst>
          </p:cNvPr>
          <p:cNvSpPr/>
          <p:nvPr/>
        </p:nvSpPr>
        <p:spPr>
          <a:xfrm>
            <a:off x="158400" y="3860800"/>
            <a:ext cx="2649455" cy="535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994E983-AD4A-35D5-C76D-40E82089FCB5}"/>
              </a:ext>
            </a:extLst>
          </p:cNvPr>
          <p:cNvSpPr/>
          <p:nvPr/>
        </p:nvSpPr>
        <p:spPr>
          <a:xfrm>
            <a:off x="23709" y="3645499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0E1CED-1E2C-8897-A356-DED5C131C424}"/>
              </a:ext>
            </a:extLst>
          </p:cNvPr>
          <p:cNvSpPr/>
          <p:nvPr/>
        </p:nvSpPr>
        <p:spPr>
          <a:xfrm>
            <a:off x="4298400" y="3753499"/>
            <a:ext cx="4069745" cy="1455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BBF9AE7-89D6-E084-78F2-BA8BC1E3D6BD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3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AE14B0-9908-A023-0C67-20D5FB08DC81}"/>
              </a:ext>
            </a:extLst>
          </p:cNvPr>
          <p:cNvSpPr/>
          <p:nvPr/>
        </p:nvSpPr>
        <p:spPr>
          <a:xfrm>
            <a:off x="157018" y="1269499"/>
            <a:ext cx="2069347" cy="1319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3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309E531-677A-F406-F759-1D4CDF1D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1820197"/>
            <a:ext cx="8280000" cy="38666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F81A65-4E7F-D122-5436-B18FEE00907D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4FA2D9-F11E-A308-4553-DF22BBC42477}"/>
              </a:ext>
            </a:extLst>
          </p:cNvPr>
          <p:cNvSpPr/>
          <p:nvPr/>
        </p:nvSpPr>
        <p:spPr>
          <a:xfrm>
            <a:off x="1071418" y="2475346"/>
            <a:ext cx="341746" cy="110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320D53-07E6-CF51-3DF0-CFF871C112BA}"/>
              </a:ext>
            </a:extLst>
          </p:cNvPr>
          <p:cNvSpPr/>
          <p:nvPr/>
        </p:nvSpPr>
        <p:spPr>
          <a:xfrm>
            <a:off x="3486727" y="3237346"/>
            <a:ext cx="341746" cy="110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BC3F6E-34CE-8C44-C7F3-F620233178A3}"/>
              </a:ext>
            </a:extLst>
          </p:cNvPr>
          <p:cNvSpPr/>
          <p:nvPr/>
        </p:nvSpPr>
        <p:spPr>
          <a:xfrm>
            <a:off x="3486727" y="3925455"/>
            <a:ext cx="1223818" cy="110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12FBB13-6903-5B9A-756D-8901FC33CF4E}"/>
              </a:ext>
            </a:extLst>
          </p:cNvPr>
          <p:cNvSpPr/>
          <p:nvPr/>
        </p:nvSpPr>
        <p:spPr>
          <a:xfrm>
            <a:off x="2802800" y="2906590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4A3C3516-29FF-5ED7-8773-6CE7B9E0C49E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3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D6B166-0650-50E8-DD5E-148872E9ED7D}"/>
              </a:ext>
            </a:extLst>
          </p:cNvPr>
          <p:cNvSpPr/>
          <p:nvPr/>
        </p:nvSpPr>
        <p:spPr>
          <a:xfrm>
            <a:off x="3657600" y="3925456"/>
            <a:ext cx="327991" cy="1108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90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52B83-1175-A081-CD25-5B2D0E495E36}"/>
              </a:ext>
            </a:extLst>
          </p:cNvPr>
          <p:cNvSpPr txBox="1"/>
          <p:nvPr/>
        </p:nvSpPr>
        <p:spPr>
          <a:xfrm>
            <a:off x="612648" y="532761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22F408-6B6F-1F3D-7A73-A825A54E4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1150240"/>
            <a:ext cx="8280000" cy="5175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2A22FBB-6EC9-DF49-61E5-8B81876B70C8}"/>
              </a:ext>
            </a:extLst>
          </p:cNvPr>
          <p:cNvSpPr/>
          <p:nvPr/>
        </p:nvSpPr>
        <p:spPr>
          <a:xfrm>
            <a:off x="1754909" y="1785332"/>
            <a:ext cx="877455" cy="267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C268AC-458A-8FE0-5050-350BA0EEC9F1}"/>
              </a:ext>
            </a:extLst>
          </p:cNvPr>
          <p:cNvSpPr/>
          <p:nvPr/>
        </p:nvSpPr>
        <p:spPr>
          <a:xfrm>
            <a:off x="3680690" y="3877369"/>
            <a:ext cx="1824183" cy="267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3CEB55-86E4-28F4-1EA8-68FFDAA3C481}"/>
              </a:ext>
            </a:extLst>
          </p:cNvPr>
          <p:cNvSpPr/>
          <p:nvPr/>
        </p:nvSpPr>
        <p:spPr>
          <a:xfrm>
            <a:off x="369453" y="5694715"/>
            <a:ext cx="1459347" cy="394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948DA58-F3B5-90D2-31DC-3FA152588BF7}"/>
              </a:ext>
            </a:extLst>
          </p:cNvPr>
          <p:cNvSpPr/>
          <p:nvPr/>
        </p:nvSpPr>
        <p:spPr>
          <a:xfrm>
            <a:off x="3356690" y="3661369"/>
            <a:ext cx="648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6-1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5A69BC7C-CE37-998D-548C-6CAFE9FDB991}"/>
              </a:ext>
            </a:extLst>
          </p:cNvPr>
          <p:cNvSpPr txBox="1">
            <a:spLocks/>
          </p:cNvSpPr>
          <p:nvPr/>
        </p:nvSpPr>
        <p:spPr>
          <a:xfrm>
            <a:off x="8497455" y="1314277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3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CF6054-2450-0720-1483-EF16BF9DA1F2}"/>
              </a:ext>
            </a:extLst>
          </p:cNvPr>
          <p:cNvSpPr/>
          <p:nvPr/>
        </p:nvSpPr>
        <p:spPr>
          <a:xfrm>
            <a:off x="2219238" y="3913173"/>
            <a:ext cx="954156" cy="1519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655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7B05E-E521-688F-AC10-59B4824E4462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C088E1-8E6D-002B-B3F0-440844677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793997"/>
            <a:ext cx="8280000" cy="391900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3CFC4B3-D07E-9C10-F076-9F42C45509DE}"/>
              </a:ext>
            </a:extLst>
          </p:cNvPr>
          <p:cNvSpPr/>
          <p:nvPr/>
        </p:nvSpPr>
        <p:spPr>
          <a:xfrm>
            <a:off x="7416799" y="1865745"/>
            <a:ext cx="396713" cy="110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E14947-1F5E-0202-84C5-2A07CE38CF8B}"/>
              </a:ext>
            </a:extLst>
          </p:cNvPr>
          <p:cNvSpPr/>
          <p:nvPr/>
        </p:nvSpPr>
        <p:spPr>
          <a:xfrm>
            <a:off x="2706255" y="2669309"/>
            <a:ext cx="3158836" cy="2299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40C41AE-7B0A-AA37-678B-8A0B6BB27098}"/>
              </a:ext>
            </a:extLst>
          </p:cNvPr>
          <p:cNvSpPr/>
          <p:nvPr/>
        </p:nvSpPr>
        <p:spPr>
          <a:xfrm>
            <a:off x="2539200" y="2453309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7E03A2-36F7-81BF-211D-1C3DE716C18B}"/>
              </a:ext>
            </a:extLst>
          </p:cNvPr>
          <p:cNvSpPr/>
          <p:nvPr/>
        </p:nvSpPr>
        <p:spPr>
          <a:xfrm>
            <a:off x="2909455" y="2946400"/>
            <a:ext cx="461818" cy="221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638C8261-6E7A-17B4-92B7-B3F373D1CEC8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3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9B5665-A04A-F68A-347D-F5DC0FD32B08}"/>
              </a:ext>
            </a:extLst>
          </p:cNvPr>
          <p:cNvSpPr/>
          <p:nvPr/>
        </p:nvSpPr>
        <p:spPr>
          <a:xfrm>
            <a:off x="4472609" y="2534478"/>
            <a:ext cx="377688" cy="13030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66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50BF3-E675-FD9D-ED37-B4B54D165C89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ABF605-1B91-2AD3-7292-6A3ACF83E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263904"/>
            <a:ext cx="8280000" cy="4979189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2B53B849-1886-1EC2-FA05-4FFCEB27D4F5}"/>
              </a:ext>
            </a:extLst>
          </p:cNvPr>
          <p:cNvSpPr/>
          <p:nvPr/>
        </p:nvSpPr>
        <p:spPr>
          <a:xfrm>
            <a:off x="2758109" y="5686036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6E6597-5F30-B742-4F7E-997EDDB32A5D}"/>
              </a:ext>
            </a:extLst>
          </p:cNvPr>
          <p:cNvSpPr/>
          <p:nvPr/>
        </p:nvSpPr>
        <p:spPr>
          <a:xfrm>
            <a:off x="2974109" y="5902036"/>
            <a:ext cx="5464291" cy="341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DADDE31-1C03-CB17-C186-E0B3812E14AB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4846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lang="ko-KR" altLang="en-US" sz="1200" b="1" dirty="0"/>
              <a:t>기존 방식의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 절차</a:t>
            </a:r>
            <a:r>
              <a:rPr lang="en-US" altLang="ko-KR" sz="1200" b="1" dirty="0"/>
              <a:t>]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최신 버전의 </a:t>
            </a:r>
            <a:r>
              <a:rPr lang="en-US" altLang="ko-KR" sz="1000" dirty="0"/>
              <a:t>Azure IP Ranges and Service Tags </a:t>
            </a:r>
            <a:r>
              <a:rPr lang="ko-KR" altLang="en-US" sz="1000" dirty="0"/>
              <a:t>정보를</a:t>
            </a:r>
            <a:br>
              <a:rPr lang="en-US" altLang="ko-KR" sz="1000" dirty="0"/>
            </a:br>
            <a:r>
              <a:rPr lang="ko-KR" altLang="en-US" sz="1000" dirty="0"/>
              <a:t>하기 </a:t>
            </a:r>
            <a:r>
              <a:rPr lang="en-US" altLang="ko-KR" sz="1000" dirty="0"/>
              <a:t>URL</a:t>
            </a:r>
            <a:r>
              <a:rPr lang="ko-KR" altLang="en-US" sz="1000" dirty="0"/>
              <a:t>에서 다운로드</a:t>
            </a:r>
            <a:r>
              <a:rPr lang="en-US" altLang="ko-KR" sz="1000" dirty="0"/>
              <a:t>(JSON</a:t>
            </a:r>
            <a:r>
              <a:rPr lang="ko-KR" altLang="en-US" sz="1000" dirty="0"/>
              <a:t>파일</a:t>
            </a:r>
            <a:r>
              <a:rPr lang="en-US" altLang="ko-KR" sz="1000" dirty="0"/>
              <a:t>)</a:t>
            </a:r>
            <a:r>
              <a:rPr lang="ko-KR" altLang="en-US" sz="1000" dirty="0"/>
              <a:t> 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800" dirty="0">
                <a:hlinkClick r:id="rId3"/>
              </a:rPr>
              <a:t>https://www.microsoft.com/en-us/download/details.aspx?id=56519</a:t>
            </a:r>
            <a:r>
              <a:rPr lang="en-US" altLang="ko-KR" sz="10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Visual Studio Code</a:t>
            </a:r>
            <a:r>
              <a:rPr lang="ko-KR" altLang="en-US" sz="1000" dirty="0"/>
              <a:t>로 다운받은 </a:t>
            </a:r>
            <a:r>
              <a:rPr lang="en-US" altLang="ko-KR" sz="1000" dirty="0"/>
              <a:t>JSON </a:t>
            </a:r>
            <a:r>
              <a:rPr lang="ko-KR" altLang="en-US" sz="1000" dirty="0"/>
              <a:t>파일을 불러와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AzureCloud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AzureResourceManager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AzureAD</a:t>
            </a:r>
            <a:r>
              <a:rPr lang="en-US" altLang="ko-KR" sz="1000" dirty="0"/>
              <a:t>],</a:t>
            </a:r>
            <a:br>
              <a:rPr lang="en-US" altLang="ko-KR" sz="1000" dirty="0"/>
            </a:br>
            <a:r>
              <a:rPr lang="en-US" altLang="ko-KR" sz="1000" dirty="0"/>
              <a:t>[</a:t>
            </a:r>
            <a:r>
              <a:rPr lang="en-US" altLang="ko-KR" sz="1000" dirty="0" err="1"/>
              <a:t>AzurePortal</a:t>
            </a:r>
            <a:r>
              <a:rPr lang="en-US" altLang="ko-KR" sz="1000" dirty="0"/>
              <a:t>], [</a:t>
            </a:r>
            <a:r>
              <a:rPr lang="en-US" altLang="ko-KR" sz="1000" dirty="0" err="1"/>
              <a:t>AzureFrontDoor.Fronend</a:t>
            </a:r>
            <a:r>
              <a:rPr lang="en-US" altLang="ko-KR" sz="1000" dirty="0"/>
              <a:t>] </a:t>
            </a:r>
            <a:r>
              <a:rPr lang="ko-KR" altLang="en-US" sz="1000" dirty="0"/>
              <a:t>와 관련된</a:t>
            </a:r>
            <a:br>
              <a:rPr lang="en-US" altLang="ko-KR" sz="1000" dirty="0"/>
            </a:br>
            <a:r>
              <a:rPr lang="en-US" altLang="ko-KR" sz="1000" dirty="0"/>
              <a:t>IP</a:t>
            </a:r>
            <a:r>
              <a:rPr lang="ko-KR" altLang="en-US" sz="1000" dirty="0"/>
              <a:t>만</a:t>
            </a:r>
            <a:r>
              <a:rPr lang="en-US" altLang="ko-KR" sz="1000" dirty="0"/>
              <a:t> </a:t>
            </a:r>
            <a:r>
              <a:rPr lang="ko-KR" altLang="en-US" sz="1000" dirty="0"/>
              <a:t>추출합니다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※ IP </a:t>
            </a:r>
            <a:r>
              <a:rPr lang="ko-KR" altLang="en-US" sz="1000" dirty="0"/>
              <a:t>대역들의 공란과 큰따옴표</a:t>
            </a:r>
            <a:r>
              <a:rPr lang="en-US" altLang="ko-KR" sz="1000" dirty="0"/>
              <a:t>, </a:t>
            </a:r>
            <a:r>
              <a:rPr lang="ko-KR" altLang="en-US" sz="1000" dirty="0"/>
              <a:t>쉼표를 제거합니다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추출한 </a:t>
            </a:r>
            <a:r>
              <a:rPr lang="en-US" altLang="ko-KR" sz="1000" dirty="0"/>
              <a:t>IP List</a:t>
            </a:r>
            <a:r>
              <a:rPr lang="ko-KR" altLang="en-US" sz="1000" dirty="0"/>
              <a:t>를 </a:t>
            </a:r>
            <a:r>
              <a:rPr lang="en-US" altLang="ko-KR" sz="1000" dirty="0"/>
              <a:t>UTF-8</a:t>
            </a:r>
            <a:r>
              <a:rPr lang="ko-KR" altLang="en-US" sz="1000" dirty="0"/>
              <a:t> 인코딩의 텍스트 파일로 저장합니다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※ </a:t>
            </a:r>
            <a:r>
              <a:rPr lang="ko-KR" altLang="en-US" sz="1000" dirty="0"/>
              <a:t>파일 이름 규칙은 추출한 </a:t>
            </a:r>
            <a:r>
              <a:rPr lang="en-US" altLang="ko-KR" sz="1000" dirty="0" err="1"/>
              <a:t>ServiceTag</a:t>
            </a:r>
            <a:r>
              <a:rPr lang="ko-KR" altLang="en-US" sz="1000" dirty="0"/>
              <a:t>명</a:t>
            </a:r>
            <a:r>
              <a:rPr lang="en-US" altLang="ko-KR" sz="1000" dirty="0"/>
              <a:t>_Version</a:t>
            </a:r>
            <a:r>
              <a:rPr lang="ko-KR" altLang="en-US" sz="1000" dirty="0"/>
              <a:t>날짜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en-US" altLang="ko-KR" sz="1000" dirty="0"/>
              <a:t>S-RBS </a:t>
            </a:r>
            <a:r>
              <a:rPr lang="ko-KR" altLang="en-US" sz="1000" dirty="0"/>
              <a:t>운영 </a:t>
            </a:r>
            <a:r>
              <a:rPr lang="en-US" altLang="ko-KR" sz="1000" dirty="0"/>
              <a:t>VM </a:t>
            </a:r>
            <a:r>
              <a:rPr lang="ko-KR" altLang="en-US" sz="1000" dirty="0"/>
              <a:t>환경에 접속하여 </a:t>
            </a:r>
            <a:r>
              <a:rPr lang="en-US" altLang="ko-KR" sz="1000" dirty="0"/>
              <a:t>FileZilla</a:t>
            </a:r>
            <a:r>
              <a:rPr lang="ko-KR" altLang="en-US" sz="1000" dirty="0"/>
              <a:t>를 통해</a:t>
            </a:r>
            <a:br>
              <a:rPr lang="en-US" altLang="ko-KR" sz="1000" dirty="0"/>
            </a:br>
            <a:r>
              <a:rPr lang="ko-KR" altLang="en-US" sz="1000" dirty="0"/>
              <a:t>추출한 </a:t>
            </a:r>
            <a:r>
              <a:rPr lang="en-US" altLang="ko-KR" sz="1000" dirty="0"/>
              <a:t>IP</a:t>
            </a:r>
            <a:r>
              <a:rPr lang="ko-KR" altLang="en-US" sz="1000" dirty="0"/>
              <a:t> </a:t>
            </a:r>
            <a:r>
              <a:rPr lang="en-US" altLang="ko-KR" sz="1000" dirty="0"/>
              <a:t>List</a:t>
            </a:r>
            <a:r>
              <a:rPr lang="ko-KR" altLang="en-US" sz="1000" dirty="0"/>
              <a:t> 파일을 </a:t>
            </a:r>
            <a:r>
              <a:rPr lang="en-US" altLang="ko-KR" sz="1000" dirty="0" err="1"/>
              <a:t>PaloAlto</a:t>
            </a:r>
            <a:r>
              <a:rPr lang="en-US" altLang="ko-KR" sz="1000" dirty="0"/>
              <a:t> </a:t>
            </a:r>
            <a:r>
              <a:rPr lang="ko-KR" altLang="en-US" sz="1000" dirty="0"/>
              <a:t>서버로 옮겨줍니다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800" dirty="0"/>
              <a:t>새로 업데이트된 </a:t>
            </a:r>
            <a:r>
              <a:rPr lang="en-US" altLang="ko-KR" sz="800" dirty="0"/>
              <a:t>Version</a:t>
            </a:r>
            <a:r>
              <a:rPr lang="ko-KR" altLang="en-US" sz="800" dirty="0"/>
              <a:t>의 파일명으로 변경합니다</a:t>
            </a:r>
            <a:r>
              <a:rPr lang="en-US" altLang="ko-KR" sz="8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8BA3F1-058B-F5F2-F62C-3B152DDF7A14}"/>
              </a:ext>
            </a:extLst>
          </p:cNvPr>
          <p:cNvSpPr/>
          <p:nvPr/>
        </p:nvSpPr>
        <p:spPr>
          <a:xfrm>
            <a:off x="3291452" y="5594096"/>
            <a:ext cx="907774" cy="1477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30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72A12-142E-CC4A-1551-C596BD4CFF2E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Architecture 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62A5FC-8524-6503-84FE-E7E1AA91AACA}"/>
              </a:ext>
            </a:extLst>
          </p:cNvPr>
          <p:cNvGrpSpPr/>
          <p:nvPr/>
        </p:nvGrpSpPr>
        <p:grpSpPr>
          <a:xfrm>
            <a:off x="284139" y="4037027"/>
            <a:ext cx="3103735" cy="804422"/>
            <a:chOff x="-171716" y="4834440"/>
            <a:chExt cx="4796630" cy="8224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7500D4B-C082-5046-7415-5ACE7BB20D28}"/>
                </a:ext>
              </a:extLst>
            </p:cNvPr>
            <p:cNvSpPr/>
            <p:nvPr/>
          </p:nvSpPr>
          <p:spPr>
            <a:xfrm>
              <a:off x="-71306" y="4834440"/>
              <a:ext cx="4596301" cy="822484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80F6EB5-37B8-94C9-56B1-2D41EF2734DD}"/>
                </a:ext>
              </a:extLst>
            </p:cNvPr>
            <p:cNvSpPr/>
            <p:nvPr/>
          </p:nvSpPr>
          <p:spPr>
            <a:xfrm>
              <a:off x="1041839" y="5234868"/>
              <a:ext cx="2369521" cy="24667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B4AC54-01DD-24CF-84E8-F3560BF541AD}"/>
                </a:ext>
              </a:extLst>
            </p:cNvPr>
            <p:cNvSpPr txBox="1"/>
            <p:nvPr/>
          </p:nvSpPr>
          <p:spPr>
            <a:xfrm>
              <a:off x="920508" y="5226659"/>
              <a:ext cx="3183149" cy="267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ex)20250610~20250604</a:t>
              </a:r>
              <a:endParaRPr lang="ko-KR" altLang="en-US" sz="11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D61441-ADE8-5359-1F84-9F447D40A4AC}"/>
                </a:ext>
              </a:extLst>
            </p:cNvPr>
            <p:cNvSpPr txBox="1"/>
            <p:nvPr/>
          </p:nvSpPr>
          <p:spPr>
            <a:xfrm>
              <a:off x="-171716" y="4915929"/>
              <a:ext cx="4796630" cy="2674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b="1" dirty="0"/>
                <a:t>오늘 날짜부터 </a:t>
              </a:r>
              <a:r>
                <a:rPr lang="en-US" altLang="ko-KR" sz="1100" b="1" dirty="0"/>
                <a:t>6</a:t>
              </a:r>
              <a:r>
                <a:rPr lang="ko-KR" altLang="en-US" sz="1100" b="1" dirty="0"/>
                <a:t>일 전 날짜까지 계산해서 지정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DA2FC74-83F7-AB10-19C6-BFDDD32385A4}"/>
              </a:ext>
            </a:extLst>
          </p:cNvPr>
          <p:cNvGrpSpPr/>
          <p:nvPr/>
        </p:nvGrpSpPr>
        <p:grpSpPr>
          <a:xfrm>
            <a:off x="3444342" y="3596180"/>
            <a:ext cx="1289135" cy="284599"/>
            <a:chOff x="10101487" y="1838294"/>
            <a:chExt cx="1289135" cy="2845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4B3C0AD-F59C-6C00-A762-81312A7EBA7F}"/>
                </a:ext>
              </a:extLst>
            </p:cNvPr>
            <p:cNvSpPr/>
            <p:nvPr/>
          </p:nvSpPr>
          <p:spPr>
            <a:xfrm>
              <a:off x="10167148" y="1838294"/>
              <a:ext cx="1157815" cy="284599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B730A5-5258-2AE2-168E-7650DD682862}"/>
                </a:ext>
              </a:extLst>
            </p:cNvPr>
            <p:cNvSpPr txBox="1"/>
            <p:nvPr/>
          </p:nvSpPr>
          <p:spPr>
            <a:xfrm>
              <a:off x="10101487" y="1852629"/>
              <a:ext cx="12891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100" b="0" i="0" dirty="0">
                  <a:effectLst/>
                  <a:latin typeface="az_ea_font"/>
                </a:rPr>
                <a:t>다운로드 </a:t>
              </a:r>
              <a:r>
                <a:rPr lang="en-US" altLang="ko-KR" sz="1100" b="0" i="0" dirty="0">
                  <a:effectLst/>
                  <a:latin typeface="az_ea_font"/>
                </a:rPr>
                <a:t>URL</a:t>
              </a:r>
              <a:r>
                <a:rPr lang="ko-KR" altLang="en-US" sz="1100" b="0" i="0" dirty="0">
                  <a:effectLst/>
                  <a:latin typeface="az_ea_font"/>
                </a:rPr>
                <a:t>링크</a:t>
              </a:r>
            </a:p>
          </p:txBody>
        </p: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AE9CE38-649E-534F-8B7A-62707A53A02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228827" y="3716045"/>
            <a:ext cx="1260000" cy="10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FF60368-B6F1-333C-A7E1-CD1318702150}"/>
              </a:ext>
            </a:extLst>
          </p:cNvPr>
          <p:cNvSpPr txBox="1"/>
          <p:nvPr/>
        </p:nvSpPr>
        <p:spPr>
          <a:xfrm>
            <a:off x="2368871" y="3422073"/>
            <a:ext cx="9813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z_ea_font"/>
              </a:rPr>
              <a:t>HTTP Request</a:t>
            </a:r>
            <a:endParaRPr lang="ko-KR" altLang="en-US" sz="1100" b="0" i="0" dirty="0">
              <a:effectLst/>
              <a:latin typeface="az_ea_font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AAE6343-545D-22F0-095C-093F8C56E8E9}"/>
              </a:ext>
            </a:extLst>
          </p:cNvPr>
          <p:cNvGrpSpPr/>
          <p:nvPr/>
        </p:nvGrpSpPr>
        <p:grpSpPr>
          <a:xfrm>
            <a:off x="4680847" y="3319346"/>
            <a:ext cx="645516" cy="838265"/>
            <a:chOff x="10166952" y="3086580"/>
            <a:chExt cx="645516" cy="838265"/>
          </a:xfrm>
        </p:grpSpPr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250C1A9B-9D4B-485C-36F6-48E8D537047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166952" y="3507652"/>
              <a:ext cx="640462" cy="417193"/>
            </a:xfrm>
            <a:prstGeom prst="bent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B33B349D-61BA-4C0C-3970-EE713D9C913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171668" y="3086580"/>
              <a:ext cx="640800" cy="417600"/>
            </a:xfrm>
            <a:prstGeom prst="bent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05EC3E3-5D8E-13FF-1360-6E5717C7C6D2}"/>
              </a:ext>
            </a:extLst>
          </p:cNvPr>
          <p:cNvGrpSpPr/>
          <p:nvPr/>
        </p:nvGrpSpPr>
        <p:grpSpPr>
          <a:xfrm>
            <a:off x="5246750" y="3931362"/>
            <a:ext cx="1377300" cy="430887"/>
            <a:chOff x="8838825" y="3709401"/>
            <a:chExt cx="1377300" cy="43088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79BE24-5D24-F2F7-725E-D3A5B2A87B8E}"/>
                </a:ext>
              </a:extLst>
            </p:cNvPr>
            <p:cNvSpPr txBox="1"/>
            <p:nvPr/>
          </p:nvSpPr>
          <p:spPr>
            <a:xfrm>
              <a:off x="8838825" y="3709401"/>
              <a:ext cx="13773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latin typeface="az_ea_font"/>
                </a:rPr>
                <a:t>업데이트 대상 없음</a:t>
              </a:r>
              <a:endParaRPr lang="en-US" altLang="ko-KR" sz="1100" dirty="0">
                <a:latin typeface="az_ea_font"/>
              </a:endParaRPr>
            </a:p>
            <a:p>
              <a:pPr algn="ctr"/>
              <a:r>
                <a:rPr lang="en-US" altLang="ko-KR" sz="1100" b="0" i="0" dirty="0">
                  <a:effectLst/>
                  <a:latin typeface="az_ea_font"/>
                </a:rPr>
                <a:t>(</a:t>
              </a:r>
              <a:r>
                <a:rPr lang="ko-KR" altLang="en-US" sz="1100" b="0" i="0" dirty="0">
                  <a:effectLst/>
                  <a:latin typeface="az_ea_font"/>
                </a:rPr>
                <a:t>작업</a:t>
              </a:r>
              <a:r>
                <a:rPr lang="en-US" altLang="ko-KR" sz="1100" b="0" i="0" dirty="0">
                  <a:effectLst/>
                  <a:latin typeface="az_ea_font"/>
                </a:rPr>
                <a:t> </a:t>
              </a:r>
              <a:r>
                <a:rPr lang="ko-KR" altLang="en-US" sz="1100" b="0" i="0" dirty="0">
                  <a:effectLst/>
                  <a:latin typeface="az_ea_font"/>
                </a:rPr>
                <a:t>종료</a:t>
              </a:r>
              <a:r>
                <a:rPr lang="en-US" altLang="ko-KR" sz="1100" b="0" i="0" dirty="0">
                  <a:effectLst/>
                  <a:latin typeface="az_ea_font"/>
                </a:rPr>
                <a:t>)</a:t>
              </a:r>
              <a:endParaRPr lang="ko-KR" altLang="en-US" sz="1100" b="0" i="0" dirty="0">
                <a:effectLst/>
                <a:latin typeface="az_ea_font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A8CFA47-5250-2CD8-B6E9-FA04444A3BA3}"/>
                </a:ext>
              </a:extLst>
            </p:cNvPr>
            <p:cNvSpPr/>
            <p:nvPr/>
          </p:nvSpPr>
          <p:spPr>
            <a:xfrm>
              <a:off x="8930070" y="3729424"/>
              <a:ext cx="1194808" cy="4108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D9A03A-6491-5CF8-7851-14915FDEB20B}"/>
              </a:ext>
            </a:extLst>
          </p:cNvPr>
          <p:cNvGrpSpPr/>
          <p:nvPr/>
        </p:nvGrpSpPr>
        <p:grpSpPr>
          <a:xfrm>
            <a:off x="5255913" y="3100306"/>
            <a:ext cx="1377300" cy="430887"/>
            <a:chOff x="8872061" y="2950835"/>
            <a:chExt cx="1377300" cy="43088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DC383C-9C65-BA32-3289-1A4F6551A670}"/>
                </a:ext>
              </a:extLst>
            </p:cNvPr>
            <p:cNvSpPr txBox="1"/>
            <p:nvPr/>
          </p:nvSpPr>
          <p:spPr>
            <a:xfrm>
              <a:off x="8872061" y="2950835"/>
              <a:ext cx="13773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latin typeface="az_ea_font"/>
                </a:rPr>
                <a:t>업데이트 대상 있음</a:t>
              </a:r>
              <a:endParaRPr lang="en-US" altLang="ko-KR" sz="1100" dirty="0">
                <a:latin typeface="az_ea_font"/>
              </a:endParaRPr>
            </a:p>
            <a:p>
              <a:pPr algn="ctr"/>
              <a:r>
                <a:rPr lang="en-US" altLang="ko-KR" sz="1100" b="0" i="0" dirty="0">
                  <a:effectLst/>
                  <a:latin typeface="az_ea_font"/>
                </a:rPr>
                <a:t>(</a:t>
              </a:r>
              <a:r>
                <a:rPr lang="ko-KR" altLang="en-US" sz="1100" dirty="0">
                  <a:latin typeface="az_ea_font"/>
                </a:rPr>
                <a:t>작업 진행</a:t>
              </a:r>
              <a:r>
                <a:rPr lang="en-US" altLang="ko-KR" sz="1100" b="0" i="0" dirty="0">
                  <a:effectLst/>
                  <a:latin typeface="az_ea_font"/>
                </a:rPr>
                <a:t>)</a:t>
              </a:r>
              <a:endParaRPr lang="ko-KR" altLang="en-US" sz="1100" b="0" i="0" dirty="0">
                <a:effectLst/>
                <a:latin typeface="az_ea_font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CC7CFC5-7239-FF2D-ADAF-B2D389A78C2A}"/>
                </a:ext>
              </a:extLst>
            </p:cNvPr>
            <p:cNvSpPr/>
            <p:nvPr/>
          </p:nvSpPr>
          <p:spPr>
            <a:xfrm>
              <a:off x="8930070" y="2950835"/>
              <a:ext cx="1237078" cy="420507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B3D288-6894-DF77-B84A-847BC82AAB9E}"/>
              </a:ext>
            </a:extLst>
          </p:cNvPr>
          <p:cNvGrpSpPr/>
          <p:nvPr/>
        </p:nvGrpSpPr>
        <p:grpSpPr>
          <a:xfrm>
            <a:off x="6972654" y="2703477"/>
            <a:ext cx="2266967" cy="1168648"/>
            <a:chOff x="6300283" y="2378231"/>
            <a:chExt cx="2266967" cy="116864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1CAF36-532A-F4A0-A3EC-B29061ABCAB4}"/>
                </a:ext>
              </a:extLst>
            </p:cNvPr>
            <p:cNvSpPr txBox="1"/>
            <p:nvPr/>
          </p:nvSpPr>
          <p:spPr>
            <a:xfrm>
              <a:off x="6300283" y="2946715"/>
              <a:ext cx="2266967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b="1" dirty="0" err="1"/>
                <a:t>PaloAlto</a:t>
              </a:r>
              <a:r>
                <a:rPr lang="en-US" altLang="ko-KR" sz="1100" b="1" dirty="0"/>
                <a:t> </a:t>
              </a:r>
              <a:r>
                <a:rPr lang="ko-KR" altLang="en-US" sz="1100" b="1" dirty="0"/>
                <a:t>서버</a:t>
              </a:r>
              <a:endParaRPr lang="en-US" altLang="ko-KR" sz="1100" b="1" dirty="0"/>
            </a:p>
            <a:p>
              <a:pPr algn="ctr"/>
              <a:endParaRPr lang="en-US" altLang="ko-KR" sz="1100" dirty="0"/>
            </a:p>
            <a:p>
              <a:pPr algn="ctr"/>
              <a:r>
                <a:rPr lang="ko-KR" altLang="en-US" sz="1100" dirty="0"/>
                <a:t>최신 날짜의 파일 존재 여부 확인</a:t>
              </a:r>
              <a:endParaRPr lang="en-US" altLang="ko-KR" sz="1100" dirty="0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67EC5AE6-B42D-0C6B-B443-C31C14146185}"/>
                </a:ext>
              </a:extLst>
            </p:cNvPr>
            <p:cNvGrpSpPr/>
            <p:nvPr/>
          </p:nvGrpSpPr>
          <p:grpSpPr>
            <a:xfrm>
              <a:off x="6351245" y="2378231"/>
              <a:ext cx="2129463" cy="1134781"/>
              <a:chOff x="6351245" y="2378231"/>
              <a:chExt cx="2129463" cy="1134781"/>
            </a:xfrm>
          </p:grpSpPr>
          <p:pic>
            <p:nvPicPr>
              <p:cNvPr id="25" name="그래픽 90">
                <a:extLst>
                  <a:ext uri="{FF2B5EF4-FFF2-40B4-BE49-F238E27FC236}">
                    <a16:creationId xmlns:a16="http://schemas.microsoft.com/office/drawing/2014/main" id="{B8394317-AA1C-8FDD-C001-C4DAFF078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801" y="2576491"/>
                <a:ext cx="334160" cy="334160"/>
              </a:xfrm>
              <a:prstGeom prst="rect">
                <a:avLst/>
              </a:prstGeom>
            </p:spPr>
          </p:pic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FDB139D-6689-57D6-F094-ED4259EC42A6}"/>
                  </a:ext>
                </a:extLst>
              </p:cNvPr>
              <p:cNvSpPr/>
              <p:nvPr/>
            </p:nvSpPr>
            <p:spPr>
              <a:xfrm>
                <a:off x="6351245" y="2378231"/>
                <a:ext cx="2129463" cy="1134781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FE7715B-F786-907D-7D17-B3FE6087FD6C}"/>
              </a:ext>
            </a:extLst>
          </p:cNvPr>
          <p:cNvCxnSpPr>
            <a:cxnSpLocks/>
          </p:cNvCxnSpPr>
          <p:nvPr/>
        </p:nvCxnSpPr>
        <p:spPr>
          <a:xfrm rot="10800000" flipH="1">
            <a:off x="6551000" y="3310559"/>
            <a:ext cx="449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92C1AB7-7375-4196-C367-FABE48C26A41}"/>
              </a:ext>
            </a:extLst>
          </p:cNvPr>
          <p:cNvGrpSpPr/>
          <p:nvPr/>
        </p:nvGrpSpPr>
        <p:grpSpPr>
          <a:xfrm rot="16200000">
            <a:off x="8451885" y="2957837"/>
            <a:ext cx="2163600" cy="723600"/>
            <a:chOff x="6307371" y="3497027"/>
            <a:chExt cx="2164182" cy="1082030"/>
          </a:xfrm>
        </p:grpSpPr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68B8C34E-6ADC-91AC-3C18-7E188F1F322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307371" y="3499057"/>
              <a:ext cx="1080000" cy="1080000"/>
            </a:xfrm>
            <a:prstGeom prst="bentConnector3">
              <a:avLst>
                <a:gd name="adj1" fmla="val 58279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776F9B2A-5739-AA47-4A1B-4A5AEDF064C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391553" y="3497027"/>
              <a:ext cx="1080000" cy="1080000"/>
            </a:xfrm>
            <a:prstGeom prst="bentConnector3">
              <a:avLst>
                <a:gd name="adj1" fmla="val 5810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E727A20-2094-2DEC-9CDF-5DB20B7BB7ED}"/>
              </a:ext>
            </a:extLst>
          </p:cNvPr>
          <p:cNvGrpSpPr/>
          <p:nvPr/>
        </p:nvGrpSpPr>
        <p:grpSpPr>
          <a:xfrm>
            <a:off x="9836518" y="2043028"/>
            <a:ext cx="2284600" cy="468996"/>
            <a:chOff x="1042144" y="4269718"/>
            <a:chExt cx="2284600" cy="46899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0D41115-002B-1238-6B71-4F009F26CCCE}"/>
                </a:ext>
              </a:extLst>
            </p:cNvPr>
            <p:cNvSpPr txBox="1"/>
            <p:nvPr/>
          </p:nvSpPr>
          <p:spPr>
            <a:xfrm>
              <a:off x="1042144" y="4307827"/>
              <a:ext cx="22846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b="0" i="0" dirty="0">
                  <a:effectLst/>
                  <a:latin typeface="az_ea_font"/>
                </a:rPr>
                <a:t>서버 내 최신 날짜의 파일이 존재 </a:t>
              </a:r>
              <a:r>
                <a:rPr lang="en-US" altLang="ko-KR" sz="1100" dirty="0">
                  <a:latin typeface="az_ea_font"/>
                </a:rPr>
                <a:t>X</a:t>
              </a:r>
            </a:p>
            <a:p>
              <a:pPr algn="ctr"/>
              <a:r>
                <a:rPr lang="en-US" altLang="ko-KR" sz="1100" b="0" i="0" dirty="0">
                  <a:effectLst/>
                  <a:latin typeface="az_ea_font"/>
                </a:rPr>
                <a:t>(</a:t>
              </a:r>
              <a:r>
                <a:rPr lang="en-US" altLang="ko-KR" sz="1100" dirty="0">
                  <a:latin typeface="az_ea_font"/>
                </a:rPr>
                <a:t>IPv4 </a:t>
              </a:r>
              <a:r>
                <a:rPr lang="ko-KR" altLang="en-US" sz="1100" dirty="0">
                  <a:latin typeface="az_ea_font"/>
                </a:rPr>
                <a:t>추출 및 서버 업로드</a:t>
              </a:r>
              <a:r>
                <a:rPr lang="en-US" altLang="ko-KR" sz="1100" b="0" i="0" dirty="0">
                  <a:effectLst/>
                  <a:latin typeface="az_ea_font"/>
                </a:rPr>
                <a:t>)</a:t>
              </a:r>
              <a:endParaRPr lang="ko-KR" altLang="en-US" sz="1100" b="0" i="0" dirty="0">
                <a:effectLst/>
                <a:latin typeface="az_ea_font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2D755F5-46EE-0FBF-33EB-71EB0013F5A2}"/>
                </a:ext>
              </a:extLst>
            </p:cNvPr>
            <p:cNvSpPr/>
            <p:nvPr/>
          </p:nvSpPr>
          <p:spPr>
            <a:xfrm>
              <a:off x="1126836" y="4269718"/>
              <a:ext cx="2119619" cy="430887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E8A40AE-8104-9969-66DE-2D2B70ACACB2}"/>
              </a:ext>
            </a:extLst>
          </p:cNvPr>
          <p:cNvGrpSpPr/>
          <p:nvPr/>
        </p:nvGrpSpPr>
        <p:grpSpPr>
          <a:xfrm>
            <a:off x="9836518" y="4185993"/>
            <a:ext cx="2303836" cy="430887"/>
            <a:chOff x="3780682" y="4718691"/>
            <a:chExt cx="2303836" cy="43088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DC61FCA-0EA1-7F70-D757-F023259F7F35}"/>
                </a:ext>
              </a:extLst>
            </p:cNvPr>
            <p:cNvSpPr txBox="1"/>
            <p:nvPr/>
          </p:nvSpPr>
          <p:spPr>
            <a:xfrm>
              <a:off x="3780682" y="4718691"/>
              <a:ext cx="230383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latin typeface="az_ea_font"/>
                </a:rPr>
                <a:t>서버 내 최신 날짜의 파일이 존재 </a:t>
              </a:r>
              <a:r>
                <a:rPr lang="en-US" altLang="ko-KR" sz="1100" dirty="0">
                  <a:latin typeface="az_ea_font"/>
                </a:rPr>
                <a:t>O</a:t>
              </a:r>
            </a:p>
            <a:p>
              <a:pPr algn="ctr"/>
              <a:r>
                <a:rPr lang="en-US" altLang="ko-KR" sz="1100" dirty="0">
                  <a:latin typeface="az_ea_font"/>
                </a:rPr>
                <a:t>(</a:t>
              </a:r>
              <a:r>
                <a:rPr lang="ko-KR" altLang="en-US" sz="1100" dirty="0">
                  <a:latin typeface="az_ea_font"/>
                </a:rPr>
                <a:t>작업 종료</a:t>
              </a:r>
              <a:r>
                <a:rPr lang="en-US" altLang="ko-KR" sz="1100" dirty="0">
                  <a:latin typeface="az_ea_font"/>
                </a:rPr>
                <a:t>)</a:t>
              </a:r>
              <a:endParaRPr lang="ko-KR" altLang="en-US" sz="1100" dirty="0">
                <a:latin typeface="az_ea_font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348DA28-D041-C5C3-CD04-80A2B80C6E01}"/>
                </a:ext>
              </a:extLst>
            </p:cNvPr>
            <p:cNvSpPr/>
            <p:nvPr/>
          </p:nvSpPr>
          <p:spPr>
            <a:xfrm>
              <a:off x="3870589" y="4738714"/>
              <a:ext cx="2123811" cy="4108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7" name="그림 36" descr="그래픽, 로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198A73-3AF4-A8B8-4123-5A0D1B355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532" y="3351094"/>
            <a:ext cx="74295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45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6A18A-FF27-702F-2AF5-F8F63A6D43DE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구동 방식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F05705B-4758-E4ED-2E7F-50A63D8AC33B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6C433F-CA99-66A3-2E2B-A026C4FBBD0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1532280"/>
            <a:ext cx="8280000" cy="4777200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7C74468-5486-A192-85D9-26CD19ABB51C}"/>
              </a:ext>
            </a:extLst>
          </p:cNvPr>
          <p:cNvSpPr/>
          <p:nvPr/>
        </p:nvSpPr>
        <p:spPr>
          <a:xfrm>
            <a:off x="679927" y="4545346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87045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02677C-046C-9287-EEEA-4F6CE4B5307B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구동 방식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B81DCC-A6F3-399C-DD67-BC450831E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364400"/>
            <a:ext cx="8280000" cy="5131057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C3919B88-8C02-8E68-4E26-DBF6EF893F4E}"/>
              </a:ext>
            </a:extLst>
          </p:cNvPr>
          <p:cNvSpPr/>
          <p:nvPr/>
        </p:nvSpPr>
        <p:spPr>
          <a:xfrm>
            <a:off x="1058618" y="5385600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8537E3C-FF66-7B90-45E8-71C008D0F24D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2D7981-C340-1EB1-3432-BA41F340BDFA}"/>
              </a:ext>
            </a:extLst>
          </p:cNvPr>
          <p:cNvSpPr/>
          <p:nvPr/>
        </p:nvSpPr>
        <p:spPr>
          <a:xfrm>
            <a:off x="1381539" y="3038242"/>
            <a:ext cx="4353339" cy="24553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9A4F7E-13F3-09C9-14D0-054F3871F52A}"/>
              </a:ext>
            </a:extLst>
          </p:cNvPr>
          <p:cNvSpPr/>
          <p:nvPr/>
        </p:nvSpPr>
        <p:spPr>
          <a:xfrm>
            <a:off x="1381538" y="5720205"/>
            <a:ext cx="4353339" cy="7752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348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7F118-B414-604B-FB37-CFC7E513B39A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구동 방식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10F0A3-CEAA-FE48-04F8-6F99E4530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257300"/>
            <a:ext cx="4610100" cy="2171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9ECADC-E9DE-266C-D72D-593A91845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8" y="3890996"/>
            <a:ext cx="6848475" cy="2466975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B64961B-ECC7-EC6C-188A-63CB9A635C7F}"/>
              </a:ext>
            </a:extLst>
          </p:cNvPr>
          <p:cNvSpPr/>
          <p:nvPr/>
        </p:nvSpPr>
        <p:spPr>
          <a:xfrm>
            <a:off x="33054" y="1059673"/>
            <a:ext cx="648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3-1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66B70DA-7F7F-4F27-838E-CD4635E75A25}"/>
              </a:ext>
            </a:extLst>
          </p:cNvPr>
          <p:cNvSpPr/>
          <p:nvPr/>
        </p:nvSpPr>
        <p:spPr>
          <a:xfrm>
            <a:off x="33054" y="3645499"/>
            <a:ext cx="648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3-2</a:t>
            </a: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9D0A878-6195-901C-7552-4A6A21578E59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242928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6D1091-C72D-1E33-C3EE-3E8B96F93D7A}"/>
              </a:ext>
            </a:extLst>
          </p:cNvPr>
          <p:cNvSpPr txBox="1"/>
          <p:nvPr/>
        </p:nvSpPr>
        <p:spPr>
          <a:xfrm>
            <a:off x="658829" y="345842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구동 방식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1C2E9C5-758E-6827-A5B3-7EF6E909729B}"/>
              </a:ext>
            </a:extLst>
          </p:cNvPr>
          <p:cNvSpPr/>
          <p:nvPr/>
        </p:nvSpPr>
        <p:spPr>
          <a:xfrm>
            <a:off x="110836" y="1472683"/>
            <a:ext cx="648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3-3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BEC55B-D3AC-0A32-090A-68E2B7D65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1688683"/>
            <a:ext cx="7029450" cy="3724275"/>
          </a:xfrm>
          <a:prstGeom prst="rect">
            <a:avLst/>
          </a:prstGeom>
        </p:spPr>
      </p:pic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097815DF-36A8-DD28-FEF1-9BA9BB39F8A9}"/>
              </a:ext>
            </a:extLst>
          </p:cNvPr>
          <p:cNvSpPr txBox="1">
            <a:spLocks/>
          </p:cNvSpPr>
          <p:nvPr/>
        </p:nvSpPr>
        <p:spPr>
          <a:xfrm>
            <a:off x="8543636" y="1127358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66982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B2251C7-36F9-EE82-A084-BDFA9F27A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1820197"/>
            <a:ext cx="8280000" cy="38666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9BABD2-B8EF-EB8F-A148-0F027D8B4990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71BE5C-2A6D-FC70-DC57-2BC176F110AA}"/>
              </a:ext>
            </a:extLst>
          </p:cNvPr>
          <p:cNvSpPr/>
          <p:nvPr/>
        </p:nvSpPr>
        <p:spPr>
          <a:xfrm>
            <a:off x="1071418" y="2475346"/>
            <a:ext cx="341746" cy="110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7E8EEA-F2BB-B785-58C6-0675E62643F3}"/>
              </a:ext>
            </a:extLst>
          </p:cNvPr>
          <p:cNvSpPr/>
          <p:nvPr/>
        </p:nvSpPr>
        <p:spPr>
          <a:xfrm>
            <a:off x="3486727" y="3237346"/>
            <a:ext cx="341746" cy="110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3FC4AE-5C82-82EC-3E93-D518715D1923}"/>
              </a:ext>
            </a:extLst>
          </p:cNvPr>
          <p:cNvSpPr/>
          <p:nvPr/>
        </p:nvSpPr>
        <p:spPr>
          <a:xfrm>
            <a:off x="3486727" y="3925455"/>
            <a:ext cx="1223818" cy="110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50CDE03-37CC-3B1B-F9BF-1520D6BCFA96}"/>
              </a:ext>
            </a:extLst>
          </p:cNvPr>
          <p:cNvSpPr/>
          <p:nvPr/>
        </p:nvSpPr>
        <p:spPr>
          <a:xfrm>
            <a:off x="2802800" y="2906590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83A5C421-913D-D39E-D32E-26CC18AD5065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9893A2-0B0C-C707-D6A4-12A2003A6765}"/>
              </a:ext>
            </a:extLst>
          </p:cNvPr>
          <p:cNvSpPr/>
          <p:nvPr/>
        </p:nvSpPr>
        <p:spPr>
          <a:xfrm>
            <a:off x="3641436" y="3925455"/>
            <a:ext cx="341746" cy="1108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376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D0D01-9BCA-B3CC-FA5F-6287E1352054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7D279F-6F10-319A-4E29-4AF04230D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1165999"/>
            <a:ext cx="8280000" cy="5175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FC9BE67-66A1-DA7E-169F-3C4BF0DDFB5F}"/>
              </a:ext>
            </a:extLst>
          </p:cNvPr>
          <p:cNvSpPr/>
          <p:nvPr/>
        </p:nvSpPr>
        <p:spPr>
          <a:xfrm>
            <a:off x="1754909" y="1801091"/>
            <a:ext cx="877455" cy="267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48E43B-2D06-AF05-B341-101A9DC67026}"/>
              </a:ext>
            </a:extLst>
          </p:cNvPr>
          <p:cNvSpPr/>
          <p:nvPr/>
        </p:nvSpPr>
        <p:spPr>
          <a:xfrm>
            <a:off x="3680690" y="3893128"/>
            <a:ext cx="1824183" cy="267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04727A-50A3-80A5-DBC2-ACD2CD3EA564}"/>
              </a:ext>
            </a:extLst>
          </p:cNvPr>
          <p:cNvSpPr/>
          <p:nvPr/>
        </p:nvSpPr>
        <p:spPr>
          <a:xfrm>
            <a:off x="369453" y="5710474"/>
            <a:ext cx="1459347" cy="394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8EEA7B5-B230-9A7D-CC4C-FCA9ED816223}"/>
              </a:ext>
            </a:extLst>
          </p:cNvPr>
          <p:cNvSpPr/>
          <p:nvPr/>
        </p:nvSpPr>
        <p:spPr>
          <a:xfrm>
            <a:off x="3356690" y="3677128"/>
            <a:ext cx="648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4-1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56AF5420-8AEB-1A4A-7967-610E0196AC63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25244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8D8894-802B-5D59-AAE7-0F50B4C8F5CF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방식의 적용 절차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9CC1AA-AFDF-BADE-DB46-34EA3B1F6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793997"/>
            <a:ext cx="8280000" cy="391900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26CC464-0B1C-0107-3D30-C2D6FEF05077}"/>
              </a:ext>
            </a:extLst>
          </p:cNvPr>
          <p:cNvSpPr/>
          <p:nvPr/>
        </p:nvSpPr>
        <p:spPr>
          <a:xfrm>
            <a:off x="7416799" y="1865745"/>
            <a:ext cx="396713" cy="110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8D99E4-680E-B4D0-973B-AA28B2924C8D}"/>
              </a:ext>
            </a:extLst>
          </p:cNvPr>
          <p:cNvSpPr/>
          <p:nvPr/>
        </p:nvSpPr>
        <p:spPr>
          <a:xfrm>
            <a:off x="2706255" y="2669309"/>
            <a:ext cx="3158836" cy="2299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4CC3F8F-9109-AF09-997C-06CB6B65E951}"/>
              </a:ext>
            </a:extLst>
          </p:cNvPr>
          <p:cNvSpPr/>
          <p:nvPr/>
        </p:nvSpPr>
        <p:spPr>
          <a:xfrm>
            <a:off x="2539200" y="2453309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7C483B-C70A-2840-C5C4-4341C0886F22}"/>
              </a:ext>
            </a:extLst>
          </p:cNvPr>
          <p:cNvSpPr/>
          <p:nvPr/>
        </p:nvSpPr>
        <p:spPr>
          <a:xfrm>
            <a:off x="2909455" y="2946400"/>
            <a:ext cx="461818" cy="221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A23D819C-793F-FB9D-16FF-1CFE86802EB0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28587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F2F495-20C8-C5E1-65F7-92384A0C3EE8}"/>
              </a:ext>
            </a:extLst>
          </p:cNvPr>
          <p:cNvSpPr txBox="1"/>
          <p:nvPr/>
        </p:nvSpPr>
        <p:spPr>
          <a:xfrm>
            <a:off x="612648" y="548520"/>
            <a:ext cx="7173156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181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lang="ko-KR" altLang="en-US" sz="1814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구동 방식</a:t>
            </a:r>
            <a:endParaRPr kumimoji="0" lang="ko-KR" altLang="en-US" sz="1814" b="1" i="0" u="none" strike="noStrike" kern="1200" cap="none" spc="-45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6A33A5D-F248-B656-070A-B78FFE30A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0" y="1263904"/>
            <a:ext cx="8280000" cy="4979189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D599A38C-3A5A-293D-95FD-DDCFAE9F9BB6}"/>
              </a:ext>
            </a:extLst>
          </p:cNvPr>
          <p:cNvSpPr/>
          <p:nvPr/>
        </p:nvSpPr>
        <p:spPr>
          <a:xfrm>
            <a:off x="2758109" y="5686036"/>
            <a:ext cx="216000" cy="216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78FE98-A786-C980-0B57-FBF6F09EF0B0}"/>
              </a:ext>
            </a:extLst>
          </p:cNvPr>
          <p:cNvSpPr/>
          <p:nvPr/>
        </p:nvSpPr>
        <p:spPr>
          <a:xfrm>
            <a:off x="2974109" y="5902036"/>
            <a:ext cx="5464291" cy="341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424BFC5-087E-06BF-EC35-9A7A650E9AEE}"/>
              </a:ext>
            </a:extLst>
          </p:cNvPr>
          <p:cNvSpPr txBox="1">
            <a:spLocks/>
          </p:cNvSpPr>
          <p:nvPr/>
        </p:nvSpPr>
        <p:spPr>
          <a:xfrm>
            <a:off x="8497455" y="1330036"/>
            <a:ext cx="3537527" cy="538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b="1" dirty="0"/>
              <a:t>[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EDL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Upload 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 </a:t>
            </a:r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Script</a:t>
            </a:r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구동 절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</a:t>
            </a:r>
            <a:r>
              <a:rPr lang="en-US" altLang="ko-KR" sz="1200" b="1" dirty="0"/>
              <a:t>]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/>
              <a:t>Azure IP Ranges and Service Tags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업데이트되면 </a:t>
            </a:r>
            <a:r>
              <a:rPr lang="en-US" altLang="ko-KR" sz="1000" dirty="0"/>
              <a:t>Teams</a:t>
            </a:r>
            <a:r>
              <a:rPr lang="ko-KR" altLang="en-US" sz="1000" dirty="0"/>
              <a:t>를 통해 </a:t>
            </a:r>
            <a:r>
              <a:rPr lang="en-US" altLang="ko-KR" sz="1000" dirty="0"/>
              <a:t>Alert</a:t>
            </a:r>
            <a:r>
              <a:rPr lang="ko-KR" altLang="en-US" sz="1000" dirty="0"/>
              <a:t>이 발생합니다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운영 환경에서 </a:t>
            </a:r>
            <a:r>
              <a:rPr lang="en-US" altLang="ko-KR" sz="1000" dirty="0"/>
              <a:t>Python Script</a:t>
            </a:r>
            <a:r>
              <a:rPr lang="ko-KR" altLang="en-US" sz="1000" dirty="0"/>
              <a:t>를 실행합니다</a:t>
            </a:r>
            <a:r>
              <a:rPr lang="en-US" altLang="ko-KR" sz="1000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sz="1000" dirty="0"/>
              <a:t>실행 시 각 상황 별 출력 결과입니다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존재하지 않습니다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존재하나</a:t>
            </a:r>
            <a:r>
              <a:rPr lang="en-US" altLang="ko-KR" sz="900" dirty="0"/>
              <a:t>, </a:t>
            </a:r>
            <a:r>
              <a:rPr lang="ko-KR" altLang="en-US" sz="900" dirty="0"/>
              <a:t>이미 서버에</a:t>
            </a:r>
            <a:r>
              <a:rPr lang="en-US" altLang="ko-KR" sz="900" dirty="0"/>
              <a:t> </a:t>
            </a:r>
            <a:r>
              <a:rPr lang="ko-KR" altLang="en-US" sz="900" dirty="0"/>
              <a:t>등록되어 있습니다</a:t>
            </a:r>
            <a:r>
              <a:rPr lang="en-US" altLang="ko-KR" sz="9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ko-KR" altLang="en-US" sz="900" dirty="0"/>
              <a:t>최근 일주일간 업데이트 파일이 존재하며</a:t>
            </a:r>
            <a:r>
              <a:rPr lang="en-US" altLang="ko-KR" sz="900" dirty="0"/>
              <a:t>, </a:t>
            </a:r>
            <a:r>
              <a:rPr lang="ko-KR" altLang="en-US" sz="900" dirty="0"/>
              <a:t>서버에 등록되어 있지 않아 업로드를 진행합니다</a:t>
            </a:r>
            <a:r>
              <a:rPr lang="en-US" altLang="ko-KR" sz="9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altLang="ko-KR" sz="1000" dirty="0" err="1"/>
              <a:t>PaloAlto</a:t>
            </a:r>
            <a:r>
              <a:rPr lang="ko-KR" altLang="en-US" sz="1000" dirty="0"/>
              <a:t>에서 파일 명을 변경합니다</a:t>
            </a:r>
            <a:r>
              <a:rPr lang="en-US" altLang="ko-KR" sz="1000" dirty="0"/>
              <a:t>.</a:t>
            </a:r>
          </a:p>
          <a:p>
            <a:pPr lvl="1">
              <a:buFont typeface="+mj-lt"/>
              <a:buAutoNum type="arabicParenR"/>
            </a:pPr>
            <a:r>
              <a:rPr lang="ko-KR" altLang="en-US" sz="900" dirty="0"/>
              <a:t>새로 업데이트된 </a:t>
            </a:r>
            <a:r>
              <a:rPr lang="en-US" altLang="ko-KR" sz="900" dirty="0"/>
              <a:t>Version</a:t>
            </a:r>
            <a:r>
              <a:rPr lang="ko-KR" altLang="en-US" sz="900" dirty="0"/>
              <a:t>의 파일명으로 변경합니다</a:t>
            </a:r>
            <a:endParaRPr lang="en-US" altLang="ko-KR" sz="9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Commit</a:t>
            </a:r>
            <a:r>
              <a:rPr lang="ko-KR" altLang="en-US" sz="1000" dirty="0"/>
              <a:t>을 눌러 설정을 적용합니다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하기와 같은 팝업이 발생하면</a:t>
            </a:r>
            <a:br>
              <a:rPr lang="en-US" altLang="ko-KR" sz="1000" dirty="0"/>
            </a:br>
            <a:r>
              <a:rPr lang="ko-KR" altLang="en-US" sz="1000" dirty="0"/>
              <a:t>정상적으로 적용이 완료된 것 입니다</a:t>
            </a:r>
            <a:r>
              <a:rPr lang="en-US" altLang="ko-KR" sz="1000" dirty="0"/>
              <a:t>.</a:t>
            </a:r>
          </a:p>
          <a:p>
            <a:pPr lvl="1"/>
            <a:r>
              <a:rPr lang="en-US" altLang="ko-KR" sz="800" dirty="0"/>
              <a:t>Status : Completed</a:t>
            </a:r>
          </a:p>
          <a:p>
            <a:pPr lvl="1"/>
            <a:r>
              <a:rPr lang="en-US" altLang="ko-KR" sz="800" dirty="0"/>
              <a:t>Result : Successful</a:t>
            </a:r>
            <a:endParaRPr lang="en-US" altLang="ko-KR" sz="1000" dirty="0"/>
          </a:p>
          <a:p>
            <a:pPr>
              <a:buFont typeface="+mj-lt"/>
              <a:buAutoNum type="arabicPeriod"/>
            </a:pPr>
            <a:r>
              <a:rPr lang="ko-KR" altLang="en-US" sz="1000" dirty="0"/>
              <a:t>각</a:t>
            </a:r>
            <a:r>
              <a:rPr lang="en-US" altLang="ko-KR" sz="1000" dirty="0"/>
              <a:t> </a:t>
            </a:r>
            <a:r>
              <a:rPr lang="ko-KR" altLang="en-US" sz="1000" dirty="0"/>
              <a:t>파일의 변경점을 확인합니다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en-US" altLang="ko-KR" sz="1000" dirty="0"/>
              <a:t>※</a:t>
            </a:r>
            <a:r>
              <a:rPr lang="ko-KR" altLang="en-US" sz="1000" dirty="0"/>
              <a:t>참고</a:t>
            </a:r>
            <a:br>
              <a:rPr lang="en-US" altLang="ko-KR" sz="1000" dirty="0"/>
            </a:br>
            <a:br>
              <a:rPr lang="en-US" altLang="ko-KR" sz="1000" dirty="0"/>
            </a:br>
            <a:r>
              <a:rPr lang="ko-KR" altLang="en-US" sz="1000" dirty="0"/>
              <a:t>수동 적용 시 업무 소요 시간 </a:t>
            </a:r>
            <a:r>
              <a:rPr lang="en-US" altLang="ko-KR" sz="1000" dirty="0"/>
              <a:t>: 1</a:t>
            </a:r>
            <a:r>
              <a:rPr lang="ko-KR" altLang="en-US" sz="1000" dirty="0"/>
              <a:t>시간</a:t>
            </a:r>
            <a:br>
              <a:rPr lang="en-US" altLang="ko-KR" sz="1000" dirty="0"/>
            </a:br>
            <a:r>
              <a:rPr lang="ko-KR" altLang="en-US" sz="1000" dirty="0"/>
              <a:t>자동화 스크립트 사용 시 업무 소요 시간 </a:t>
            </a:r>
            <a:r>
              <a:rPr lang="en-US" altLang="ko-KR" sz="1000" dirty="0"/>
              <a:t>: 3</a:t>
            </a:r>
            <a:r>
              <a:rPr lang="ko-KR" altLang="en-US" sz="1000" dirty="0"/>
              <a:t>분</a:t>
            </a:r>
            <a:br>
              <a:rPr lang="en-US" altLang="ko-KR" sz="1000" dirty="0"/>
            </a:br>
            <a:r>
              <a:rPr lang="en-US" altLang="ko-KR" sz="1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78528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347B89CFD7C484C9F6B397EABD4A595" ma:contentTypeVersion="12" ma:contentTypeDescription="새 문서를 만듭니다." ma:contentTypeScope="" ma:versionID="8319075eb745774d400c8ddbb5bcd850">
  <xsd:schema xmlns:xsd="http://www.w3.org/2001/XMLSchema" xmlns:xs="http://www.w3.org/2001/XMLSchema" xmlns:p="http://schemas.microsoft.com/office/2006/metadata/properties" xmlns:ns3="06b31727-300a-42a9-ab17-7c541526762f" targetNamespace="http://schemas.microsoft.com/office/2006/metadata/properties" ma:root="true" ma:fieldsID="2df6d24f514fa860cca1c3aa77b9cb3a" ns3:_="">
    <xsd:import namespace="06b31727-300a-42a9-ab17-7c54152676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31727-300a-42a9-ab17-7c54152676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6b31727-300a-42a9-ab17-7c541526762f" xsi:nil="true"/>
  </documentManagement>
</p:properties>
</file>

<file path=customXml/itemProps1.xml><?xml version="1.0" encoding="utf-8"?>
<ds:datastoreItem xmlns:ds="http://schemas.openxmlformats.org/officeDocument/2006/customXml" ds:itemID="{D8A719C5-4BE7-4C20-8EC0-D85EF4F1DD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31727-300a-42a9-ab17-7c54152676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9DEC57-2A85-4E58-8369-CF73E1B306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ED53F6-5440-4DF1-9FF1-5D2D5D9AA01E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6b31727-300a-42a9-ab17-7c541526762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3167</Words>
  <Application>Microsoft Office PowerPoint</Application>
  <PresentationFormat>와이드스크린</PresentationFormat>
  <Paragraphs>275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az_ea_font</vt:lpstr>
      <vt:lpstr>맑은 고딕</vt:lpstr>
      <vt:lpstr>Aptos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정재훈</dc:creator>
  <cp:lastModifiedBy>정재훈</cp:lastModifiedBy>
  <cp:revision>1</cp:revision>
  <dcterms:created xsi:type="dcterms:W3CDTF">2026-03-23T01:40:12Z</dcterms:created>
  <dcterms:modified xsi:type="dcterms:W3CDTF">2026-03-23T02:10:23Z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7ee6f8-8cc4-4aa6-ade4-2236ec909272_Enabled">
    <vt:lpwstr>true</vt:lpwstr>
  </property>
  <property fmtid="{D5CDD505-2E9C-101B-9397-08002B2CF9AE}" pid="3" name="MSIP_Label_8a7ee6f8-8cc4-4aa6-ade4-2236ec909272_SetDate">
    <vt:lpwstr>2026-03-23T01:44:33Z</vt:lpwstr>
  </property>
  <property fmtid="{D5CDD505-2E9C-101B-9397-08002B2CF9AE}" pid="4" name="MSIP_Label_8a7ee6f8-8cc4-4aa6-ade4-2236ec909272_Method">
    <vt:lpwstr>Standard</vt:lpwstr>
  </property>
  <property fmtid="{D5CDD505-2E9C-101B-9397-08002B2CF9AE}" pid="5" name="MSIP_Label_8a7ee6f8-8cc4-4aa6-ade4-2236ec909272_Name">
    <vt:lpwstr>Confidential-unlock</vt:lpwstr>
  </property>
  <property fmtid="{D5CDD505-2E9C-101B-9397-08002B2CF9AE}" pid="6" name="MSIP_Label_8a7ee6f8-8cc4-4aa6-ade4-2236ec909272_SiteId">
    <vt:lpwstr>6144959d-620b-4d3d-9090-c4891f1914ce</vt:lpwstr>
  </property>
  <property fmtid="{D5CDD505-2E9C-101B-9397-08002B2CF9AE}" pid="7" name="MSIP_Label_8a7ee6f8-8cc4-4aa6-ade4-2236ec909272_ActionId">
    <vt:lpwstr>9eade0be-6879-42c2-bce3-40165be7c7b8</vt:lpwstr>
  </property>
  <property fmtid="{D5CDD505-2E9C-101B-9397-08002B2CF9AE}" pid="8" name="MSIP_Label_8a7ee6f8-8cc4-4aa6-ade4-2236ec909272_ContentBits">
    <vt:lpwstr>3</vt:lpwstr>
  </property>
  <property fmtid="{D5CDD505-2E9C-101B-9397-08002B2CF9AE}" pid="9" name="MSIP_Label_8a7ee6f8-8cc4-4aa6-ade4-2236ec909272_Tag">
    <vt:lpwstr>10, 3, 0, 1</vt:lpwstr>
  </property>
  <property fmtid="{D5CDD505-2E9C-101B-9397-08002B2CF9AE}" pid="10" name="ClassificationContentMarkingFooterLocations">
    <vt:lpwstr>Office 테마:10</vt:lpwstr>
  </property>
  <property fmtid="{D5CDD505-2E9C-101B-9397-08002B2CF9AE}" pid="11" name="ClassificationContentMarkingFooterText">
    <vt:lpwstr>정재훈 | blank</vt:lpwstr>
  </property>
  <property fmtid="{D5CDD505-2E9C-101B-9397-08002B2CF9AE}" pid="12" name="ClassificationContentMarkingHeaderLocations">
    <vt:lpwstr>Office 테마:9</vt:lpwstr>
  </property>
  <property fmtid="{D5CDD505-2E9C-101B-9397-08002B2CF9AE}" pid="13" name="ClassificationContentMarkingHeaderText">
    <vt:lpwstr>[Confidential] 본 문서는 TDG의 소유입니다.</vt:lpwstr>
  </property>
  <property fmtid="{D5CDD505-2E9C-101B-9397-08002B2CF9AE}" pid="14" name="ContentTypeId">
    <vt:lpwstr>0x0101008347B89CFD7C484C9F6B397EABD4A595</vt:lpwstr>
  </property>
</Properties>
</file>